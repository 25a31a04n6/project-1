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11988800"/>
  <p:notesSz cx="11430000" cy="119888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73625" y="2120900"/>
            <a:ext cx="5795645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873625" y="3422015"/>
            <a:ext cx="5890895" cy="835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54025"/>
            <a:ext cx="10255250" cy="865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30837" y="1573212"/>
            <a:ext cx="5126355" cy="4408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hyperlink" Target="https://gamma.app/?utm_source=made-with-gamma" TargetMode="External"/><Relationship Id="rId8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z="3350" spc="-120"/>
              <a:t>Mastering</a:t>
            </a:r>
            <a:r>
              <a:rPr dirty="0" sz="3350" spc="-350"/>
              <a:t> </a:t>
            </a:r>
            <a:r>
              <a:rPr dirty="0" sz="3350" spc="-140"/>
              <a:t>Payro</a:t>
            </a:r>
            <a:r>
              <a:rPr dirty="0" sz="3350" spc="-220"/>
              <a:t> </a:t>
            </a:r>
            <a:r>
              <a:rPr dirty="0" sz="3350" spc="-110"/>
              <a:t>l</a:t>
            </a:r>
            <a:r>
              <a:rPr dirty="0" sz="3350" spc="-345"/>
              <a:t> </a:t>
            </a:r>
            <a:r>
              <a:rPr dirty="0" sz="3350" spc="-100"/>
              <a:t>Calculation </a:t>
            </a:r>
            <a:r>
              <a:rPr dirty="0" sz="3350" spc="-195"/>
              <a:t>with</a:t>
            </a:r>
            <a:r>
              <a:rPr dirty="0" sz="3350" spc="-370"/>
              <a:t> </a:t>
            </a:r>
            <a:r>
              <a:rPr dirty="0" sz="3350" spc="245"/>
              <a:t>C</a:t>
            </a:r>
            <a:r>
              <a:rPr dirty="0" sz="3350" spc="-365"/>
              <a:t> </a:t>
            </a:r>
            <a:r>
              <a:rPr dirty="0" sz="3350" spc="-75"/>
              <a:t>Programming</a:t>
            </a:r>
            <a:endParaRPr sz="335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dirty="0" sz="1350" spc="-90" b="0">
                <a:latin typeface="Verdana"/>
                <a:cs typeface="Verdana"/>
              </a:rPr>
              <a:t>Embark</a:t>
            </a:r>
            <a:r>
              <a:rPr dirty="0" sz="1350" spc="-114" b="0">
                <a:latin typeface="Verdana"/>
                <a:cs typeface="Verdana"/>
              </a:rPr>
              <a:t> </a:t>
            </a:r>
            <a:r>
              <a:rPr dirty="0" sz="1350" spc="-60" b="0">
                <a:latin typeface="Verdana"/>
                <a:cs typeface="Verdana"/>
              </a:rPr>
              <a:t>on</a:t>
            </a:r>
            <a:r>
              <a:rPr dirty="0" sz="1350" spc="-110" b="0">
                <a:latin typeface="Verdana"/>
                <a:cs typeface="Verdana"/>
              </a:rPr>
              <a:t> </a:t>
            </a:r>
            <a:r>
              <a:rPr dirty="0" sz="1350" spc="-65" b="0">
                <a:latin typeface="Verdana"/>
                <a:cs typeface="Verdana"/>
              </a:rPr>
              <a:t>a</a:t>
            </a:r>
            <a:r>
              <a:rPr dirty="0" sz="1350" spc="-120" b="0">
                <a:latin typeface="Verdana"/>
                <a:cs typeface="Verdana"/>
              </a:rPr>
              <a:t> </a:t>
            </a:r>
            <a:r>
              <a:rPr dirty="0" sz="1350" spc="-90" b="0">
                <a:latin typeface="Verdana"/>
                <a:cs typeface="Verdana"/>
              </a:rPr>
              <a:t>journey</a:t>
            </a:r>
            <a:r>
              <a:rPr dirty="0" sz="1350" spc="-114" b="0">
                <a:latin typeface="Verdana"/>
                <a:cs typeface="Verdana"/>
              </a:rPr>
              <a:t> </a:t>
            </a:r>
            <a:r>
              <a:rPr dirty="0" sz="1350" spc="-85" b="0">
                <a:latin typeface="Verdana"/>
                <a:cs typeface="Verdana"/>
              </a:rPr>
              <a:t>to</a:t>
            </a:r>
            <a:r>
              <a:rPr dirty="0" sz="1350" spc="-110" b="0">
                <a:latin typeface="Verdana"/>
                <a:cs typeface="Verdana"/>
              </a:rPr>
              <a:t> </a:t>
            </a:r>
            <a:r>
              <a:rPr dirty="0" sz="1350" spc="-80" b="0">
                <a:latin typeface="Verdana"/>
                <a:cs typeface="Verdana"/>
              </a:rPr>
              <a:t>understand</a:t>
            </a:r>
            <a:r>
              <a:rPr dirty="0" sz="1350" spc="-114" b="0">
                <a:latin typeface="Verdana"/>
                <a:cs typeface="Verdana"/>
              </a:rPr>
              <a:t> </a:t>
            </a:r>
            <a:r>
              <a:rPr dirty="0" sz="1350" spc="-60" b="0">
                <a:latin typeface="Verdana"/>
                <a:cs typeface="Verdana"/>
              </a:rPr>
              <a:t>how</a:t>
            </a:r>
            <a:r>
              <a:rPr dirty="0" sz="1350" spc="-110" b="0">
                <a:latin typeface="Verdana"/>
                <a:cs typeface="Verdana"/>
              </a:rPr>
              <a:t> </a:t>
            </a:r>
            <a:r>
              <a:rPr dirty="0" sz="1350" b="0">
                <a:latin typeface="Verdana"/>
                <a:cs typeface="Verdana"/>
              </a:rPr>
              <a:t>C</a:t>
            </a:r>
            <a:r>
              <a:rPr dirty="0" sz="1350" spc="-114" b="0">
                <a:latin typeface="Verdana"/>
                <a:cs typeface="Verdana"/>
              </a:rPr>
              <a:t> </a:t>
            </a:r>
            <a:r>
              <a:rPr dirty="0" sz="1350" spc="-95" b="0">
                <a:latin typeface="Verdana"/>
                <a:cs typeface="Verdana"/>
              </a:rPr>
              <a:t>programming</a:t>
            </a:r>
            <a:r>
              <a:rPr dirty="0" sz="1350" spc="-110" b="0">
                <a:latin typeface="Verdana"/>
                <a:cs typeface="Verdana"/>
              </a:rPr>
              <a:t> </a:t>
            </a:r>
            <a:r>
              <a:rPr dirty="0" sz="1350" spc="-40" b="0">
                <a:latin typeface="Verdana"/>
                <a:cs typeface="Verdana"/>
              </a:rPr>
              <a:t>can</a:t>
            </a:r>
            <a:r>
              <a:rPr dirty="0" sz="1350" spc="-114" b="0">
                <a:latin typeface="Verdana"/>
                <a:cs typeface="Verdana"/>
              </a:rPr>
              <a:t> </a:t>
            </a:r>
            <a:r>
              <a:rPr dirty="0" sz="1350" spc="-40" b="0">
                <a:latin typeface="Verdana"/>
                <a:cs typeface="Verdana"/>
              </a:rPr>
              <a:t>be</a:t>
            </a:r>
            <a:r>
              <a:rPr dirty="0" sz="1350" spc="-110" b="0">
                <a:latin typeface="Verdana"/>
                <a:cs typeface="Verdana"/>
              </a:rPr>
              <a:t> </a:t>
            </a:r>
            <a:r>
              <a:rPr dirty="0" sz="1350" spc="-10" b="0">
                <a:latin typeface="Verdana"/>
                <a:cs typeface="Verdana"/>
              </a:rPr>
              <a:t>leveraged </a:t>
            </a:r>
            <a:r>
              <a:rPr dirty="0" sz="1350" spc="-85" b="0">
                <a:latin typeface="Verdana"/>
                <a:cs typeface="Verdana"/>
              </a:rPr>
              <a:t>to</a:t>
            </a:r>
            <a:r>
              <a:rPr dirty="0" sz="1350" spc="-100" b="0">
                <a:latin typeface="Verdana"/>
                <a:cs typeface="Verdana"/>
              </a:rPr>
              <a:t> </a:t>
            </a:r>
            <a:r>
              <a:rPr dirty="0" sz="1350" spc="-105" b="0">
                <a:latin typeface="Verdana"/>
                <a:cs typeface="Verdana"/>
              </a:rPr>
              <a:t>automate</a:t>
            </a:r>
            <a:r>
              <a:rPr dirty="0" sz="1350" spc="-100" b="0">
                <a:latin typeface="Verdana"/>
                <a:cs typeface="Verdana"/>
              </a:rPr>
              <a:t> </a:t>
            </a:r>
            <a:r>
              <a:rPr dirty="0" sz="1350" spc="-70" b="0">
                <a:latin typeface="Verdana"/>
                <a:cs typeface="Verdana"/>
              </a:rPr>
              <a:t>and</a:t>
            </a:r>
            <a:r>
              <a:rPr dirty="0" sz="1350" spc="-95" b="0">
                <a:latin typeface="Verdana"/>
                <a:cs typeface="Verdana"/>
              </a:rPr>
              <a:t> </a:t>
            </a:r>
            <a:r>
              <a:rPr dirty="0" sz="1350" spc="-90" b="0">
                <a:latin typeface="Verdana"/>
                <a:cs typeface="Verdana"/>
              </a:rPr>
              <a:t>streamline</a:t>
            </a:r>
            <a:r>
              <a:rPr dirty="0" sz="1350" spc="-100" b="0">
                <a:latin typeface="Verdana"/>
                <a:cs typeface="Verdana"/>
              </a:rPr>
              <a:t> </a:t>
            </a:r>
            <a:r>
              <a:rPr dirty="0" sz="1350" spc="-80" b="0">
                <a:latin typeface="Verdana"/>
                <a:cs typeface="Verdana"/>
              </a:rPr>
              <a:t>payroll</a:t>
            </a:r>
            <a:r>
              <a:rPr dirty="0" sz="1350" spc="-95" b="0">
                <a:latin typeface="Verdana"/>
                <a:cs typeface="Verdana"/>
              </a:rPr>
              <a:t> </a:t>
            </a:r>
            <a:r>
              <a:rPr dirty="0" sz="1350" spc="-70" b="0">
                <a:latin typeface="Verdana"/>
                <a:cs typeface="Verdana"/>
              </a:rPr>
              <a:t>calculations.</a:t>
            </a:r>
            <a:r>
              <a:rPr dirty="0" sz="1350" spc="-100" b="0">
                <a:latin typeface="Verdana"/>
                <a:cs typeface="Verdana"/>
              </a:rPr>
              <a:t> </a:t>
            </a:r>
            <a:r>
              <a:rPr dirty="0" sz="1350" spc="-45" b="0">
                <a:latin typeface="Verdana"/>
                <a:cs typeface="Verdana"/>
              </a:rPr>
              <a:t>This</a:t>
            </a:r>
            <a:r>
              <a:rPr dirty="0" sz="1350" spc="-95" b="0">
                <a:latin typeface="Verdana"/>
                <a:cs typeface="Verdana"/>
              </a:rPr>
              <a:t> </a:t>
            </a:r>
            <a:r>
              <a:rPr dirty="0" sz="1350" spc="-80" b="0">
                <a:latin typeface="Verdana"/>
                <a:cs typeface="Verdana"/>
              </a:rPr>
              <a:t>presentation</a:t>
            </a:r>
            <a:r>
              <a:rPr dirty="0" sz="1350" spc="-100" b="0">
                <a:latin typeface="Verdana"/>
                <a:cs typeface="Verdana"/>
              </a:rPr>
              <a:t> </a:t>
            </a:r>
            <a:r>
              <a:rPr dirty="0" sz="1350" spc="-65" b="0">
                <a:latin typeface="Verdana"/>
                <a:cs typeface="Verdana"/>
              </a:rPr>
              <a:t>will</a:t>
            </a:r>
            <a:r>
              <a:rPr dirty="0" sz="1350" spc="-95" b="0">
                <a:latin typeface="Verdana"/>
                <a:cs typeface="Verdana"/>
              </a:rPr>
              <a:t> </a:t>
            </a:r>
            <a:r>
              <a:rPr dirty="0" sz="1350" spc="-10" b="0">
                <a:latin typeface="Verdana"/>
                <a:cs typeface="Verdana"/>
              </a:rPr>
              <a:t>guide </a:t>
            </a:r>
            <a:r>
              <a:rPr dirty="0" sz="1350" spc="-75" b="0">
                <a:latin typeface="Verdana"/>
                <a:cs typeface="Verdana"/>
              </a:rPr>
              <a:t>you</a:t>
            </a:r>
            <a:r>
              <a:rPr dirty="0" sz="1350" spc="-110" b="0">
                <a:latin typeface="Verdana"/>
                <a:cs typeface="Verdana"/>
              </a:rPr>
              <a:t> </a:t>
            </a:r>
            <a:r>
              <a:rPr dirty="0" sz="1350" spc="-90" b="0">
                <a:latin typeface="Verdana"/>
                <a:cs typeface="Verdana"/>
              </a:rPr>
              <a:t>through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85" b="0">
                <a:latin typeface="Verdana"/>
                <a:cs typeface="Verdana"/>
              </a:rPr>
              <a:t>the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85" b="0">
                <a:latin typeface="Verdana"/>
                <a:cs typeface="Verdana"/>
              </a:rPr>
              <a:t>fundamental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45" b="0">
                <a:latin typeface="Verdana"/>
                <a:cs typeface="Verdana"/>
              </a:rPr>
              <a:t>concepts</a:t>
            </a:r>
            <a:r>
              <a:rPr dirty="0" sz="1350" spc="-110" b="0">
                <a:latin typeface="Verdana"/>
                <a:cs typeface="Verdana"/>
              </a:rPr>
              <a:t> </a:t>
            </a:r>
            <a:r>
              <a:rPr dirty="0" sz="1350" spc="-70" b="0">
                <a:latin typeface="Verdana"/>
                <a:cs typeface="Verdana"/>
              </a:rPr>
              <a:t>and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60" b="0">
                <a:latin typeface="Verdana"/>
                <a:cs typeface="Verdana"/>
              </a:rPr>
              <a:t>practical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20" b="0">
                <a:latin typeface="Verdana"/>
                <a:cs typeface="Verdana"/>
              </a:rPr>
              <a:t>implementation.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4" name="object 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671512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4298950" marR="5080">
              <a:lnSpc>
                <a:spcPts val="3379"/>
              </a:lnSpc>
              <a:spcBef>
                <a:spcPts val="55"/>
              </a:spcBef>
            </a:pPr>
            <a:r>
              <a:rPr dirty="0" spc="-120"/>
              <a:t>Understanding</a:t>
            </a:r>
            <a:r>
              <a:rPr dirty="0" spc="-265"/>
              <a:t> </a:t>
            </a:r>
            <a:r>
              <a:rPr dirty="0" spc="-125"/>
              <a:t>the</a:t>
            </a:r>
            <a:r>
              <a:rPr dirty="0" spc="-265"/>
              <a:t> </a:t>
            </a:r>
            <a:r>
              <a:rPr dirty="0" spc="-65"/>
              <a:t>Core</a:t>
            </a:r>
            <a:r>
              <a:rPr dirty="0" spc="-265"/>
              <a:t> </a:t>
            </a:r>
            <a:r>
              <a:rPr dirty="0" spc="-75"/>
              <a:t>Challenge: </a:t>
            </a:r>
            <a:r>
              <a:rPr dirty="0" spc="-110"/>
              <a:t>Manual</a:t>
            </a:r>
            <a:r>
              <a:rPr dirty="0" spc="-265"/>
              <a:t> </a:t>
            </a:r>
            <a:r>
              <a:rPr dirty="0" spc="-10"/>
              <a:t>Payroll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86325" y="1590675"/>
            <a:ext cx="2886075" cy="2514600"/>
            <a:chOff x="4886325" y="1590675"/>
            <a:chExt cx="2886075" cy="2514600"/>
          </a:xfrm>
        </p:grpSpPr>
        <p:sp>
          <p:nvSpPr>
            <p:cNvPr id="5" name="object 5"/>
            <p:cNvSpPr/>
            <p:nvPr/>
          </p:nvSpPr>
          <p:spPr>
            <a:xfrm>
              <a:off x="4891087" y="1595437"/>
              <a:ext cx="2876550" cy="2505075"/>
            </a:xfrm>
            <a:custGeom>
              <a:avLst/>
              <a:gdLst/>
              <a:ahLst/>
              <a:cxnLst/>
              <a:rect l="l" t="t" r="r" b="b"/>
              <a:pathLst>
                <a:path w="2876550" h="250507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449830"/>
                  </a:lnTo>
                  <a:lnTo>
                    <a:pt x="0" y="2453462"/>
                  </a:lnTo>
                  <a:lnTo>
                    <a:pt x="18745" y="2491460"/>
                  </a:lnTo>
                  <a:lnTo>
                    <a:pt x="51612" y="2505075"/>
                  </a:lnTo>
                  <a:lnTo>
                    <a:pt x="2824937" y="2505075"/>
                  </a:lnTo>
                  <a:lnTo>
                    <a:pt x="2862935" y="2486329"/>
                  </a:lnTo>
                  <a:lnTo>
                    <a:pt x="2876550" y="2453462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891087" y="1595437"/>
              <a:ext cx="2876550" cy="2505075"/>
            </a:xfrm>
            <a:custGeom>
              <a:avLst/>
              <a:gdLst/>
              <a:ahLst/>
              <a:cxnLst/>
              <a:rect l="l" t="t" r="r" b="b"/>
              <a:pathLst>
                <a:path w="2876550" h="2505075">
                  <a:moveTo>
                    <a:pt x="0" y="24498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54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50" y="4203"/>
                  </a:lnTo>
                  <a:lnTo>
                    <a:pt x="2845803" y="5588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449830"/>
                  </a:lnTo>
                  <a:lnTo>
                    <a:pt x="2876550" y="2453462"/>
                  </a:lnTo>
                  <a:lnTo>
                    <a:pt x="2876194" y="2457056"/>
                  </a:lnTo>
                  <a:lnTo>
                    <a:pt x="2875483" y="2460612"/>
                  </a:lnTo>
                  <a:lnTo>
                    <a:pt x="2874784" y="2464168"/>
                  </a:lnTo>
                  <a:lnTo>
                    <a:pt x="2860370" y="2488895"/>
                  </a:lnTo>
                  <a:lnTo>
                    <a:pt x="2857804" y="2491460"/>
                  </a:lnTo>
                  <a:lnTo>
                    <a:pt x="2842437" y="2500871"/>
                  </a:lnTo>
                  <a:lnTo>
                    <a:pt x="2839097" y="2502255"/>
                  </a:lnTo>
                  <a:lnTo>
                    <a:pt x="2835643" y="2503309"/>
                  </a:lnTo>
                  <a:lnTo>
                    <a:pt x="2832074" y="2504008"/>
                  </a:lnTo>
                  <a:lnTo>
                    <a:pt x="2828518" y="2504719"/>
                  </a:lnTo>
                  <a:lnTo>
                    <a:pt x="2824937" y="2505075"/>
                  </a:lnTo>
                  <a:lnTo>
                    <a:pt x="2821305" y="2505075"/>
                  </a:lnTo>
                  <a:lnTo>
                    <a:pt x="55245" y="2505075"/>
                  </a:lnTo>
                  <a:lnTo>
                    <a:pt x="51612" y="2505075"/>
                  </a:lnTo>
                  <a:lnTo>
                    <a:pt x="48018" y="2504719"/>
                  </a:lnTo>
                  <a:lnTo>
                    <a:pt x="44462" y="2504008"/>
                  </a:lnTo>
                  <a:lnTo>
                    <a:pt x="40906" y="2503309"/>
                  </a:lnTo>
                  <a:lnTo>
                    <a:pt x="9309" y="2480525"/>
                  </a:lnTo>
                  <a:lnTo>
                    <a:pt x="1066" y="2460612"/>
                  </a:lnTo>
                  <a:lnTo>
                    <a:pt x="355" y="2457056"/>
                  </a:lnTo>
                  <a:lnTo>
                    <a:pt x="0" y="2453462"/>
                  </a:lnTo>
                  <a:lnTo>
                    <a:pt x="0" y="2449830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67300" y="177165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19"/>
                  </a:lnTo>
                  <a:lnTo>
                    <a:pt x="198742" y="6591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47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19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3869" y="1909398"/>
              <a:ext cx="204029" cy="24167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054600" y="2439987"/>
            <a:ext cx="234188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0" b="1">
                <a:solidFill>
                  <a:srgbClr val="262424"/>
                </a:solidFill>
                <a:latin typeface="Tahoma"/>
                <a:cs typeface="Tahoma"/>
              </a:rPr>
              <a:t>Manual</a:t>
            </a:r>
            <a:r>
              <a:rPr dirty="0" sz="1650" spc="-14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Tahoma"/>
                <a:cs typeface="Tahoma"/>
              </a:rPr>
              <a:t>Calculations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Prone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human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errors,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time-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consuming,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inefficient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for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large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organisations.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43850" y="1590675"/>
            <a:ext cx="2886075" cy="2514600"/>
            <a:chOff x="7943850" y="1590675"/>
            <a:chExt cx="2886075" cy="2514600"/>
          </a:xfrm>
        </p:grpSpPr>
        <p:sp>
          <p:nvSpPr>
            <p:cNvPr id="11" name="object 11"/>
            <p:cNvSpPr/>
            <p:nvPr/>
          </p:nvSpPr>
          <p:spPr>
            <a:xfrm>
              <a:off x="7948612" y="1595437"/>
              <a:ext cx="2876550" cy="2505075"/>
            </a:xfrm>
            <a:custGeom>
              <a:avLst/>
              <a:gdLst/>
              <a:ahLst/>
              <a:cxnLst/>
              <a:rect l="l" t="t" r="r" b="b"/>
              <a:pathLst>
                <a:path w="2876550" h="250507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449830"/>
                  </a:lnTo>
                  <a:lnTo>
                    <a:pt x="0" y="2453462"/>
                  </a:lnTo>
                  <a:lnTo>
                    <a:pt x="18745" y="2491460"/>
                  </a:lnTo>
                  <a:lnTo>
                    <a:pt x="51612" y="2505075"/>
                  </a:lnTo>
                  <a:lnTo>
                    <a:pt x="2824937" y="2505075"/>
                  </a:lnTo>
                  <a:lnTo>
                    <a:pt x="2862935" y="2486329"/>
                  </a:lnTo>
                  <a:lnTo>
                    <a:pt x="2876550" y="2453462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948612" y="1595437"/>
              <a:ext cx="2876550" cy="2505075"/>
            </a:xfrm>
            <a:custGeom>
              <a:avLst/>
              <a:gdLst/>
              <a:ahLst/>
              <a:cxnLst/>
              <a:rect l="l" t="t" r="r" b="b"/>
              <a:pathLst>
                <a:path w="2876550" h="2505075">
                  <a:moveTo>
                    <a:pt x="0" y="24498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54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54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48978" y="7289"/>
                  </a:lnTo>
                  <a:lnTo>
                    <a:pt x="2851988" y="9309"/>
                  </a:lnTo>
                  <a:lnTo>
                    <a:pt x="2855010" y="11328"/>
                  </a:lnTo>
                  <a:lnTo>
                    <a:pt x="2857804" y="13614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449830"/>
                  </a:lnTo>
                  <a:lnTo>
                    <a:pt x="2876550" y="2453462"/>
                  </a:lnTo>
                  <a:lnTo>
                    <a:pt x="2876194" y="2457056"/>
                  </a:lnTo>
                  <a:lnTo>
                    <a:pt x="2875483" y="2460612"/>
                  </a:lnTo>
                  <a:lnTo>
                    <a:pt x="2874784" y="2464168"/>
                  </a:lnTo>
                  <a:lnTo>
                    <a:pt x="2860370" y="2488895"/>
                  </a:lnTo>
                  <a:lnTo>
                    <a:pt x="2857804" y="2491460"/>
                  </a:lnTo>
                  <a:lnTo>
                    <a:pt x="2855010" y="2493746"/>
                  </a:lnTo>
                  <a:lnTo>
                    <a:pt x="2851988" y="2495765"/>
                  </a:lnTo>
                  <a:lnTo>
                    <a:pt x="2848978" y="2497785"/>
                  </a:lnTo>
                  <a:lnTo>
                    <a:pt x="2845803" y="2499487"/>
                  </a:lnTo>
                  <a:lnTo>
                    <a:pt x="2842437" y="2500871"/>
                  </a:lnTo>
                  <a:lnTo>
                    <a:pt x="2839097" y="2502255"/>
                  </a:lnTo>
                  <a:lnTo>
                    <a:pt x="2835643" y="2503309"/>
                  </a:lnTo>
                  <a:lnTo>
                    <a:pt x="2832074" y="2504008"/>
                  </a:lnTo>
                  <a:lnTo>
                    <a:pt x="2828518" y="2504719"/>
                  </a:lnTo>
                  <a:lnTo>
                    <a:pt x="2824937" y="2505075"/>
                  </a:lnTo>
                  <a:lnTo>
                    <a:pt x="2821305" y="2505075"/>
                  </a:lnTo>
                  <a:lnTo>
                    <a:pt x="55245" y="2505075"/>
                  </a:lnTo>
                  <a:lnTo>
                    <a:pt x="51612" y="2505075"/>
                  </a:lnTo>
                  <a:lnTo>
                    <a:pt x="48018" y="2504719"/>
                  </a:lnTo>
                  <a:lnTo>
                    <a:pt x="44462" y="2504008"/>
                  </a:lnTo>
                  <a:lnTo>
                    <a:pt x="40906" y="2503309"/>
                  </a:lnTo>
                  <a:lnTo>
                    <a:pt x="16179" y="2488895"/>
                  </a:lnTo>
                  <a:lnTo>
                    <a:pt x="13614" y="2486329"/>
                  </a:lnTo>
                  <a:lnTo>
                    <a:pt x="1066" y="2460612"/>
                  </a:lnTo>
                  <a:lnTo>
                    <a:pt x="355" y="2457056"/>
                  </a:lnTo>
                  <a:lnTo>
                    <a:pt x="0" y="2453462"/>
                  </a:lnTo>
                  <a:lnTo>
                    <a:pt x="0" y="2449830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124825" y="177165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19"/>
                  </a:lnTo>
                  <a:lnTo>
                    <a:pt x="198742" y="6591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47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7992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02" y="16357"/>
                  </a:lnTo>
                  <a:lnTo>
                    <a:pt x="299085" y="3302"/>
                  </a:lnTo>
                  <a:lnTo>
                    <a:pt x="274002" y="419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4304" y="1909400"/>
              <a:ext cx="198222" cy="24166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112125" y="2439987"/>
            <a:ext cx="2508250" cy="144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0" b="1">
                <a:solidFill>
                  <a:srgbClr val="262424"/>
                </a:solidFill>
                <a:latin typeface="Tahoma"/>
                <a:cs typeface="Tahoma"/>
              </a:rPr>
              <a:t>Paperwork</a:t>
            </a:r>
            <a:r>
              <a:rPr dirty="0" sz="1650" spc="-16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650" spc="280" b="1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650" spc="-16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Tahoma"/>
                <a:cs typeface="Tahoma"/>
              </a:rPr>
              <a:t>Records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  <a:spcBef>
                <a:spcPts val="565"/>
              </a:spcBef>
            </a:pP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Managing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physical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records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can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be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cumbersome,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leading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to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misplaced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documents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audit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complexities.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86325" y="4276725"/>
            <a:ext cx="5943600" cy="1962150"/>
            <a:chOff x="4886325" y="4276725"/>
            <a:chExt cx="5943600" cy="1962150"/>
          </a:xfrm>
        </p:grpSpPr>
        <p:sp>
          <p:nvSpPr>
            <p:cNvPr id="17" name="object 17"/>
            <p:cNvSpPr/>
            <p:nvPr/>
          </p:nvSpPr>
          <p:spPr>
            <a:xfrm>
              <a:off x="4891087" y="4281487"/>
              <a:ext cx="5934075" cy="1952625"/>
            </a:xfrm>
            <a:custGeom>
              <a:avLst/>
              <a:gdLst/>
              <a:ahLst/>
              <a:cxnLst/>
              <a:rect l="l" t="t" r="r" b="b"/>
              <a:pathLst>
                <a:path w="5934075" h="1952625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897377"/>
                  </a:lnTo>
                  <a:lnTo>
                    <a:pt x="0" y="1901009"/>
                  </a:lnTo>
                  <a:lnTo>
                    <a:pt x="18745" y="1939010"/>
                  </a:lnTo>
                  <a:lnTo>
                    <a:pt x="51612" y="1952622"/>
                  </a:lnTo>
                  <a:lnTo>
                    <a:pt x="5882462" y="1952622"/>
                  </a:lnTo>
                  <a:lnTo>
                    <a:pt x="5920460" y="1933881"/>
                  </a:lnTo>
                  <a:lnTo>
                    <a:pt x="5934075" y="1901009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891087" y="4281487"/>
              <a:ext cx="5934075" cy="1952625"/>
            </a:xfrm>
            <a:custGeom>
              <a:avLst/>
              <a:gdLst/>
              <a:ahLst/>
              <a:cxnLst/>
              <a:rect l="l" t="t" r="r" b="b"/>
              <a:pathLst>
                <a:path w="5934075" h="1952625">
                  <a:moveTo>
                    <a:pt x="0" y="1897377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54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54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1897377"/>
                  </a:lnTo>
                  <a:lnTo>
                    <a:pt x="5934075" y="1901009"/>
                  </a:lnTo>
                  <a:lnTo>
                    <a:pt x="5933719" y="1904601"/>
                  </a:lnTo>
                  <a:lnTo>
                    <a:pt x="5933008" y="1908158"/>
                  </a:lnTo>
                  <a:lnTo>
                    <a:pt x="5932309" y="1911714"/>
                  </a:lnTo>
                  <a:lnTo>
                    <a:pt x="5917895" y="1936445"/>
                  </a:lnTo>
                  <a:lnTo>
                    <a:pt x="5915329" y="1939010"/>
                  </a:lnTo>
                  <a:lnTo>
                    <a:pt x="5912535" y="1941296"/>
                  </a:lnTo>
                  <a:lnTo>
                    <a:pt x="5909513" y="1943310"/>
                  </a:lnTo>
                  <a:lnTo>
                    <a:pt x="5906503" y="1945330"/>
                  </a:lnTo>
                  <a:lnTo>
                    <a:pt x="5903328" y="1947031"/>
                  </a:lnTo>
                  <a:lnTo>
                    <a:pt x="5899962" y="1948421"/>
                  </a:lnTo>
                  <a:lnTo>
                    <a:pt x="5896622" y="1949805"/>
                  </a:lnTo>
                  <a:lnTo>
                    <a:pt x="5893168" y="1950857"/>
                  </a:lnTo>
                  <a:lnTo>
                    <a:pt x="5889599" y="1951560"/>
                  </a:lnTo>
                  <a:lnTo>
                    <a:pt x="5886043" y="1952270"/>
                  </a:lnTo>
                  <a:lnTo>
                    <a:pt x="5882462" y="1952622"/>
                  </a:lnTo>
                  <a:lnTo>
                    <a:pt x="5878830" y="1952622"/>
                  </a:lnTo>
                  <a:lnTo>
                    <a:pt x="55245" y="1952622"/>
                  </a:lnTo>
                  <a:lnTo>
                    <a:pt x="51612" y="1952622"/>
                  </a:lnTo>
                  <a:lnTo>
                    <a:pt x="48018" y="1952270"/>
                  </a:lnTo>
                  <a:lnTo>
                    <a:pt x="44462" y="1951560"/>
                  </a:lnTo>
                  <a:lnTo>
                    <a:pt x="40906" y="1950857"/>
                  </a:lnTo>
                  <a:lnTo>
                    <a:pt x="16179" y="1936445"/>
                  </a:lnTo>
                  <a:lnTo>
                    <a:pt x="13614" y="1933881"/>
                  </a:lnTo>
                  <a:lnTo>
                    <a:pt x="1066" y="1908158"/>
                  </a:lnTo>
                  <a:lnTo>
                    <a:pt x="355" y="1904601"/>
                  </a:lnTo>
                  <a:lnTo>
                    <a:pt x="0" y="1901009"/>
                  </a:lnTo>
                  <a:lnTo>
                    <a:pt x="0" y="1897377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067300" y="44577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19"/>
                  </a:lnTo>
                  <a:lnTo>
                    <a:pt x="198742" y="6591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47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19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35932" y="4600575"/>
              <a:ext cx="179725" cy="23668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054600" y="5126037"/>
            <a:ext cx="522414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0" b="1">
                <a:solidFill>
                  <a:srgbClr val="262424"/>
                </a:solidFill>
                <a:latin typeface="Tahoma"/>
                <a:cs typeface="Tahoma"/>
              </a:rPr>
              <a:t>Compliance</a:t>
            </a:r>
            <a:r>
              <a:rPr dirty="0" sz="1650" spc="-10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262424"/>
                </a:solidFill>
                <a:latin typeface="Tahoma"/>
                <a:cs typeface="Tahoma"/>
              </a:rPr>
              <a:t>Risk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Keeping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up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with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ever-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changing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tax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laws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labour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regulations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is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a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constant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challenge.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2" name="object 22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6203442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9753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4298950" marR="5080">
              <a:lnSpc>
                <a:spcPts val="3379"/>
              </a:lnSpc>
              <a:spcBef>
                <a:spcPts val="55"/>
              </a:spcBef>
            </a:pPr>
            <a:r>
              <a:rPr dirty="0" spc="-75"/>
              <a:t>Why</a:t>
            </a:r>
            <a:r>
              <a:rPr dirty="0" spc="-300"/>
              <a:t> </a:t>
            </a:r>
            <a:r>
              <a:rPr dirty="0" spc="180"/>
              <a:t>C</a:t>
            </a:r>
            <a:r>
              <a:rPr dirty="0" spc="-300"/>
              <a:t> </a:t>
            </a:r>
            <a:r>
              <a:rPr dirty="0" spc="-105"/>
              <a:t>for</a:t>
            </a:r>
            <a:r>
              <a:rPr dirty="0" spc="-295"/>
              <a:t> </a:t>
            </a:r>
            <a:r>
              <a:rPr dirty="0" spc="-135"/>
              <a:t>Payroll?</a:t>
            </a:r>
            <a:r>
              <a:rPr dirty="0" spc="-300"/>
              <a:t> </a:t>
            </a:r>
            <a:r>
              <a:rPr dirty="0" spc="145"/>
              <a:t>A</a:t>
            </a:r>
            <a:r>
              <a:rPr dirty="0" spc="-295"/>
              <a:t> </a:t>
            </a:r>
            <a:r>
              <a:rPr dirty="0" spc="-100"/>
              <a:t>Powerful </a:t>
            </a:r>
            <a:r>
              <a:rPr dirty="0" spc="-10"/>
              <a:t>Solution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86324" y="1590674"/>
            <a:ext cx="5943600" cy="1790700"/>
            <a:chOff x="4886324" y="1590674"/>
            <a:chExt cx="5943600" cy="1790700"/>
          </a:xfrm>
        </p:grpSpPr>
        <p:sp>
          <p:nvSpPr>
            <p:cNvPr id="5" name="object 5"/>
            <p:cNvSpPr/>
            <p:nvPr/>
          </p:nvSpPr>
          <p:spPr>
            <a:xfrm>
              <a:off x="4886312" y="1848700"/>
              <a:ext cx="5943600" cy="1532890"/>
            </a:xfrm>
            <a:custGeom>
              <a:avLst/>
              <a:gdLst/>
              <a:ahLst/>
              <a:cxnLst/>
              <a:rect l="l" t="t" r="r" b="b"/>
              <a:pathLst>
                <a:path w="5943600" h="1532889">
                  <a:moveTo>
                    <a:pt x="5943600" y="75361"/>
                  </a:moveTo>
                  <a:lnTo>
                    <a:pt x="5930773" y="33020"/>
                  </a:lnTo>
                  <a:lnTo>
                    <a:pt x="5896559" y="4965"/>
                  </a:lnTo>
                  <a:lnTo>
                    <a:pt x="5878157" y="0"/>
                  </a:lnTo>
                  <a:lnTo>
                    <a:pt x="5882271" y="1092"/>
                  </a:lnTo>
                  <a:lnTo>
                    <a:pt x="5896267" y="8826"/>
                  </a:lnTo>
                  <a:lnTo>
                    <a:pt x="5920194" y="46202"/>
                  </a:lnTo>
                  <a:lnTo>
                    <a:pt x="5924550" y="75361"/>
                  </a:lnTo>
                  <a:lnTo>
                    <a:pt x="5924550" y="1472679"/>
                  </a:lnTo>
                  <a:lnTo>
                    <a:pt x="5912040" y="1502067"/>
                  </a:lnTo>
                  <a:lnTo>
                    <a:pt x="5906249" y="1506880"/>
                  </a:lnTo>
                  <a:lnTo>
                    <a:pt x="5899328" y="1510626"/>
                  </a:lnTo>
                  <a:lnTo>
                    <a:pt x="5891771" y="1512874"/>
                  </a:lnTo>
                  <a:lnTo>
                    <a:pt x="5883592" y="1513636"/>
                  </a:lnTo>
                  <a:lnTo>
                    <a:pt x="60007" y="1513636"/>
                  </a:lnTo>
                  <a:lnTo>
                    <a:pt x="51841" y="1512874"/>
                  </a:lnTo>
                  <a:lnTo>
                    <a:pt x="44284" y="1510626"/>
                  </a:lnTo>
                  <a:lnTo>
                    <a:pt x="37363" y="1506880"/>
                  </a:lnTo>
                  <a:lnTo>
                    <a:pt x="31559" y="1502079"/>
                  </a:lnTo>
                  <a:lnTo>
                    <a:pt x="31051" y="1501635"/>
                  </a:lnTo>
                  <a:lnTo>
                    <a:pt x="25806" y="1495323"/>
                  </a:lnTo>
                  <a:lnTo>
                    <a:pt x="22059" y="1488401"/>
                  </a:lnTo>
                  <a:lnTo>
                    <a:pt x="19812" y="1480845"/>
                  </a:lnTo>
                  <a:lnTo>
                    <a:pt x="19050" y="1472679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80642"/>
                  </a:lnTo>
                  <a:lnTo>
                    <a:pt x="1524" y="1488287"/>
                  </a:lnTo>
                  <a:lnTo>
                    <a:pt x="7607" y="1502994"/>
                  </a:lnTo>
                  <a:lnTo>
                    <a:pt x="11950" y="1509483"/>
                  </a:lnTo>
                  <a:lnTo>
                    <a:pt x="17576" y="1515110"/>
                  </a:lnTo>
                  <a:lnTo>
                    <a:pt x="23202" y="1520736"/>
                  </a:lnTo>
                  <a:lnTo>
                    <a:pt x="29692" y="1525066"/>
                  </a:lnTo>
                  <a:lnTo>
                    <a:pt x="44399" y="1531162"/>
                  </a:lnTo>
                  <a:lnTo>
                    <a:pt x="52044" y="1532686"/>
                  </a:lnTo>
                  <a:lnTo>
                    <a:pt x="5891555" y="1532686"/>
                  </a:lnTo>
                  <a:lnTo>
                    <a:pt x="5899201" y="1531162"/>
                  </a:lnTo>
                  <a:lnTo>
                    <a:pt x="5913907" y="1525066"/>
                  </a:lnTo>
                  <a:lnTo>
                    <a:pt x="5920397" y="1520736"/>
                  </a:lnTo>
                  <a:lnTo>
                    <a:pt x="5925553" y="1515579"/>
                  </a:lnTo>
                  <a:lnTo>
                    <a:pt x="5926023" y="1515110"/>
                  </a:lnTo>
                  <a:lnTo>
                    <a:pt x="5931649" y="1509483"/>
                  </a:lnTo>
                  <a:lnTo>
                    <a:pt x="5935980" y="1502994"/>
                  </a:lnTo>
                  <a:lnTo>
                    <a:pt x="5942038" y="1488401"/>
                  </a:lnTo>
                  <a:lnTo>
                    <a:pt x="5943562" y="1480845"/>
                  </a:lnTo>
                  <a:lnTo>
                    <a:pt x="594360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886325" y="1590674"/>
              <a:ext cx="5943600" cy="514350"/>
            </a:xfrm>
            <a:custGeom>
              <a:avLst/>
              <a:gdLst/>
              <a:ahLst/>
              <a:cxnLst/>
              <a:rect l="l" t="t" r="r" b="b"/>
              <a:pathLst>
                <a:path w="5943600" h="514350">
                  <a:moveTo>
                    <a:pt x="5943600" y="294195"/>
                  </a:moveTo>
                  <a:lnTo>
                    <a:pt x="5928817" y="258483"/>
                  </a:lnTo>
                  <a:lnTo>
                    <a:pt x="5891441" y="238506"/>
                  </a:lnTo>
                  <a:lnTo>
                    <a:pt x="5887529" y="238125"/>
                  </a:lnTo>
                  <a:lnTo>
                    <a:pt x="3228340" y="238125"/>
                  </a:lnTo>
                  <a:lnTo>
                    <a:pt x="3226917" y="223583"/>
                  </a:lnTo>
                  <a:lnTo>
                    <a:pt x="3215462" y="174459"/>
                  </a:lnTo>
                  <a:lnTo>
                    <a:pt x="3194634" y="128511"/>
                  </a:lnTo>
                  <a:lnTo>
                    <a:pt x="3165259" y="87515"/>
                  </a:lnTo>
                  <a:lnTo>
                    <a:pt x="3128441" y="53035"/>
                  </a:lnTo>
                  <a:lnTo>
                    <a:pt x="3085604" y="26403"/>
                  </a:lnTo>
                  <a:lnTo>
                    <a:pt x="3038398" y="8623"/>
                  </a:lnTo>
                  <a:lnTo>
                    <a:pt x="2988627" y="406"/>
                  </a:lnTo>
                  <a:lnTo>
                    <a:pt x="2980220" y="0"/>
                  </a:lnTo>
                  <a:lnTo>
                    <a:pt x="2963380" y="0"/>
                  </a:lnTo>
                  <a:lnTo>
                    <a:pt x="2913367" y="6578"/>
                  </a:lnTo>
                  <a:lnTo>
                    <a:pt x="2865602" y="22796"/>
                  </a:lnTo>
                  <a:lnTo>
                    <a:pt x="2821914" y="48018"/>
                  </a:lnTo>
                  <a:lnTo>
                    <a:pt x="2783992" y="81280"/>
                  </a:lnTo>
                  <a:lnTo>
                    <a:pt x="2753283" y="121297"/>
                  </a:lnTo>
                  <a:lnTo>
                    <a:pt x="2730982" y="166535"/>
                  </a:lnTo>
                  <a:lnTo>
                    <a:pt x="2717927" y="215265"/>
                  </a:lnTo>
                  <a:lnTo>
                    <a:pt x="2715247" y="238125"/>
                  </a:lnTo>
                  <a:lnTo>
                    <a:pt x="56070" y="238125"/>
                  </a:lnTo>
                  <a:lnTo>
                    <a:pt x="20358" y="252907"/>
                  </a:lnTo>
                  <a:lnTo>
                    <a:pt x="381" y="290283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2720937" y="314325"/>
                  </a:lnTo>
                  <a:lnTo>
                    <a:pt x="2721203" y="315607"/>
                  </a:lnTo>
                  <a:lnTo>
                    <a:pt x="2737421" y="363372"/>
                  </a:lnTo>
                  <a:lnTo>
                    <a:pt x="2762643" y="407060"/>
                  </a:lnTo>
                  <a:lnTo>
                    <a:pt x="2795905" y="444982"/>
                  </a:lnTo>
                  <a:lnTo>
                    <a:pt x="2835922" y="475691"/>
                  </a:lnTo>
                  <a:lnTo>
                    <a:pt x="2881160" y="497992"/>
                  </a:lnTo>
                  <a:lnTo>
                    <a:pt x="2929890" y="511048"/>
                  </a:lnTo>
                  <a:lnTo>
                    <a:pt x="2963380" y="514350"/>
                  </a:lnTo>
                  <a:lnTo>
                    <a:pt x="2980220" y="514350"/>
                  </a:lnTo>
                  <a:lnTo>
                    <a:pt x="3030232" y="507771"/>
                  </a:lnTo>
                  <a:lnTo>
                    <a:pt x="3077997" y="491553"/>
                  </a:lnTo>
                  <a:lnTo>
                    <a:pt x="3121685" y="466331"/>
                  </a:lnTo>
                  <a:lnTo>
                    <a:pt x="3159607" y="433070"/>
                  </a:lnTo>
                  <a:lnTo>
                    <a:pt x="3190316" y="393052"/>
                  </a:lnTo>
                  <a:lnTo>
                    <a:pt x="3212630" y="347814"/>
                  </a:lnTo>
                  <a:lnTo>
                    <a:pt x="3222650" y="314325"/>
                  </a:lnTo>
                  <a:lnTo>
                    <a:pt x="5943600" y="314325"/>
                  </a:lnTo>
                  <a:lnTo>
                    <a:pt x="5943600" y="294195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3350" y="1764886"/>
              <a:ext cx="210369" cy="16205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064125" y="2259012"/>
            <a:ext cx="499618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262424"/>
                </a:solidFill>
                <a:latin typeface="Tahoma"/>
                <a:cs typeface="Tahoma"/>
              </a:rPr>
              <a:t>Performance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offers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high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performance,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crucial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processing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large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datasets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quickly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efficiently.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86324" y="3552825"/>
            <a:ext cx="5943600" cy="1800225"/>
            <a:chOff x="4886324" y="3552825"/>
            <a:chExt cx="5943600" cy="1800225"/>
          </a:xfrm>
        </p:grpSpPr>
        <p:sp>
          <p:nvSpPr>
            <p:cNvPr id="10" name="object 10"/>
            <p:cNvSpPr/>
            <p:nvPr/>
          </p:nvSpPr>
          <p:spPr>
            <a:xfrm>
              <a:off x="4886312" y="3810850"/>
              <a:ext cx="5943600" cy="1542415"/>
            </a:xfrm>
            <a:custGeom>
              <a:avLst/>
              <a:gdLst/>
              <a:ahLst/>
              <a:cxnLst/>
              <a:rect l="l" t="t" r="r" b="b"/>
              <a:pathLst>
                <a:path w="5943600" h="1542414">
                  <a:moveTo>
                    <a:pt x="5943600" y="75361"/>
                  </a:moveTo>
                  <a:lnTo>
                    <a:pt x="5930773" y="33020"/>
                  </a:lnTo>
                  <a:lnTo>
                    <a:pt x="5896559" y="4965"/>
                  </a:lnTo>
                  <a:lnTo>
                    <a:pt x="5878157" y="0"/>
                  </a:lnTo>
                  <a:lnTo>
                    <a:pt x="5882271" y="1092"/>
                  </a:lnTo>
                  <a:lnTo>
                    <a:pt x="5896267" y="8826"/>
                  </a:lnTo>
                  <a:lnTo>
                    <a:pt x="5920194" y="46202"/>
                  </a:lnTo>
                  <a:lnTo>
                    <a:pt x="5924550" y="75361"/>
                  </a:lnTo>
                  <a:lnTo>
                    <a:pt x="5924550" y="1482204"/>
                  </a:lnTo>
                  <a:lnTo>
                    <a:pt x="5912040" y="1511592"/>
                  </a:lnTo>
                  <a:lnTo>
                    <a:pt x="5906249" y="1516405"/>
                  </a:lnTo>
                  <a:lnTo>
                    <a:pt x="5899328" y="1520151"/>
                  </a:lnTo>
                  <a:lnTo>
                    <a:pt x="5891771" y="1522399"/>
                  </a:lnTo>
                  <a:lnTo>
                    <a:pt x="5883592" y="1523161"/>
                  </a:lnTo>
                  <a:lnTo>
                    <a:pt x="60007" y="1523161"/>
                  </a:lnTo>
                  <a:lnTo>
                    <a:pt x="51841" y="1522399"/>
                  </a:lnTo>
                  <a:lnTo>
                    <a:pt x="44284" y="1520151"/>
                  </a:lnTo>
                  <a:lnTo>
                    <a:pt x="37363" y="1516405"/>
                  </a:lnTo>
                  <a:lnTo>
                    <a:pt x="31559" y="1511604"/>
                  </a:lnTo>
                  <a:lnTo>
                    <a:pt x="31051" y="1511160"/>
                  </a:lnTo>
                  <a:lnTo>
                    <a:pt x="25806" y="1504848"/>
                  </a:lnTo>
                  <a:lnTo>
                    <a:pt x="22059" y="1497926"/>
                  </a:lnTo>
                  <a:lnTo>
                    <a:pt x="19812" y="1490370"/>
                  </a:lnTo>
                  <a:lnTo>
                    <a:pt x="19050" y="1482204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90167"/>
                  </a:lnTo>
                  <a:lnTo>
                    <a:pt x="1524" y="1497812"/>
                  </a:lnTo>
                  <a:lnTo>
                    <a:pt x="7607" y="1512519"/>
                  </a:lnTo>
                  <a:lnTo>
                    <a:pt x="11950" y="1519008"/>
                  </a:lnTo>
                  <a:lnTo>
                    <a:pt x="17576" y="1524635"/>
                  </a:lnTo>
                  <a:lnTo>
                    <a:pt x="23202" y="1530261"/>
                  </a:lnTo>
                  <a:lnTo>
                    <a:pt x="29692" y="1534591"/>
                  </a:lnTo>
                  <a:lnTo>
                    <a:pt x="44399" y="1540687"/>
                  </a:lnTo>
                  <a:lnTo>
                    <a:pt x="52044" y="1542211"/>
                  </a:lnTo>
                  <a:lnTo>
                    <a:pt x="5891555" y="1542211"/>
                  </a:lnTo>
                  <a:lnTo>
                    <a:pt x="5899201" y="1540687"/>
                  </a:lnTo>
                  <a:lnTo>
                    <a:pt x="5913907" y="1534591"/>
                  </a:lnTo>
                  <a:lnTo>
                    <a:pt x="5920397" y="1530261"/>
                  </a:lnTo>
                  <a:lnTo>
                    <a:pt x="5925553" y="1525104"/>
                  </a:lnTo>
                  <a:lnTo>
                    <a:pt x="5926023" y="1524635"/>
                  </a:lnTo>
                  <a:lnTo>
                    <a:pt x="5931649" y="1519008"/>
                  </a:lnTo>
                  <a:lnTo>
                    <a:pt x="5935980" y="1512519"/>
                  </a:lnTo>
                  <a:lnTo>
                    <a:pt x="5942038" y="1497926"/>
                  </a:lnTo>
                  <a:lnTo>
                    <a:pt x="5943562" y="1490370"/>
                  </a:lnTo>
                  <a:lnTo>
                    <a:pt x="594360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886325" y="3552824"/>
              <a:ext cx="5943600" cy="514350"/>
            </a:xfrm>
            <a:custGeom>
              <a:avLst/>
              <a:gdLst/>
              <a:ahLst/>
              <a:cxnLst/>
              <a:rect l="l" t="t" r="r" b="b"/>
              <a:pathLst>
                <a:path w="5943600" h="514350">
                  <a:moveTo>
                    <a:pt x="5943600" y="294195"/>
                  </a:moveTo>
                  <a:lnTo>
                    <a:pt x="5928817" y="258483"/>
                  </a:lnTo>
                  <a:lnTo>
                    <a:pt x="5891441" y="238506"/>
                  </a:lnTo>
                  <a:lnTo>
                    <a:pt x="5887529" y="238125"/>
                  </a:lnTo>
                  <a:lnTo>
                    <a:pt x="3228340" y="238125"/>
                  </a:lnTo>
                  <a:lnTo>
                    <a:pt x="3226917" y="223583"/>
                  </a:lnTo>
                  <a:lnTo>
                    <a:pt x="3215462" y="174459"/>
                  </a:lnTo>
                  <a:lnTo>
                    <a:pt x="3194634" y="128511"/>
                  </a:lnTo>
                  <a:lnTo>
                    <a:pt x="3165259" y="87515"/>
                  </a:lnTo>
                  <a:lnTo>
                    <a:pt x="3128441" y="53035"/>
                  </a:lnTo>
                  <a:lnTo>
                    <a:pt x="3085604" y="26403"/>
                  </a:lnTo>
                  <a:lnTo>
                    <a:pt x="3038398" y="8623"/>
                  </a:lnTo>
                  <a:lnTo>
                    <a:pt x="2988627" y="406"/>
                  </a:lnTo>
                  <a:lnTo>
                    <a:pt x="2980220" y="0"/>
                  </a:lnTo>
                  <a:lnTo>
                    <a:pt x="2963380" y="0"/>
                  </a:lnTo>
                  <a:lnTo>
                    <a:pt x="2913367" y="6578"/>
                  </a:lnTo>
                  <a:lnTo>
                    <a:pt x="2865602" y="22796"/>
                  </a:lnTo>
                  <a:lnTo>
                    <a:pt x="2821914" y="48031"/>
                  </a:lnTo>
                  <a:lnTo>
                    <a:pt x="2783992" y="81280"/>
                  </a:lnTo>
                  <a:lnTo>
                    <a:pt x="2753283" y="121297"/>
                  </a:lnTo>
                  <a:lnTo>
                    <a:pt x="2730982" y="166535"/>
                  </a:lnTo>
                  <a:lnTo>
                    <a:pt x="2717927" y="215265"/>
                  </a:lnTo>
                  <a:lnTo>
                    <a:pt x="2715247" y="238125"/>
                  </a:lnTo>
                  <a:lnTo>
                    <a:pt x="56070" y="238125"/>
                  </a:lnTo>
                  <a:lnTo>
                    <a:pt x="20358" y="252920"/>
                  </a:lnTo>
                  <a:lnTo>
                    <a:pt x="381" y="290283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2720937" y="314325"/>
                  </a:lnTo>
                  <a:lnTo>
                    <a:pt x="2721203" y="315607"/>
                  </a:lnTo>
                  <a:lnTo>
                    <a:pt x="2737421" y="363372"/>
                  </a:lnTo>
                  <a:lnTo>
                    <a:pt x="2762643" y="407073"/>
                  </a:lnTo>
                  <a:lnTo>
                    <a:pt x="2795905" y="444982"/>
                  </a:lnTo>
                  <a:lnTo>
                    <a:pt x="2835922" y="475703"/>
                  </a:lnTo>
                  <a:lnTo>
                    <a:pt x="2881160" y="497992"/>
                  </a:lnTo>
                  <a:lnTo>
                    <a:pt x="2929890" y="511048"/>
                  </a:lnTo>
                  <a:lnTo>
                    <a:pt x="2963380" y="514350"/>
                  </a:lnTo>
                  <a:lnTo>
                    <a:pt x="2980220" y="514350"/>
                  </a:lnTo>
                  <a:lnTo>
                    <a:pt x="3030232" y="507771"/>
                  </a:lnTo>
                  <a:lnTo>
                    <a:pt x="3077997" y="491553"/>
                  </a:lnTo>
                  <a:lnTo>
                    <a:pt x="3121685" y="466331"/>
                  </a:lnTo>
                  <a:lnTo>
                    <a:pt x="3159607" y="433070"/>
                  </a:lnTo>
                  <a:lnTo>
                    <a:pt x="3190316" y="393052"/>
                  </a:lnTo>
                  <a:lnTo>
                    <a:pt x="3212630" y="347814"/>
                  </a:lnTo>
                  <a:lnTo>
                    <a:pt x="3222650" y="314325"/>
                  </a:lnTo>
                  <a:lnTo>
                    <a:pt x="5943600" y="314325"/>
                  </a:lnTo>
                  <a:lnTo>
                    <a:pt x="5943600" y="294195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48795" y="3700898"/>
              <a:ext cx="214786" cy="21432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064125" y="4221162"/>
            <a:ext cx="533844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0" b="1">
                <a:solidFill>
                  <a:srgbClr val="262424"/>
                </a:solidFill>
                <a:latin typeface="Tahoma"/>
                <a:cs typeface="Tahoma"/>
              </a:rPr>
              <a:t>System-</a:t>
            </a:r>
            <a:r>
              <a:rPr dirty="0" sz="1650" spc="-50" b="1">
                <a:solidFill>
                  <a:srgbClr val="262424"/>
                </a:solidFill>
                <a:latin typeface="Tahoma"/>
                <a:cs typeface="Tahoma"/>
              </a:rPr>
              <a:t>Level</a:t>
            </a:r>
            <a:r>
              <a:rPr dirty="0" sz="1650" spc="-8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Tahoma"/>
                <a:cs typeface="Tahoma"/>
              </a:rPr>
              <a:t>Access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Its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low-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level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capabilities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allow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optimal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resource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management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and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direct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hardware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interaction.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86324" y="5524500"/>
            <a:ext cx="5943600" cy="1790700"/>
            <a:chOff x="4886324" y="5524500"/>
            <a:chExt cx="5943600" cy="1790700"/>
          </a:xfrm>
        </p:grpSpPr>
        <p:sp>
          <p:nvSpPr>
            <p:cNvPr id="15" name="object 15"/>
            <p:cNvSpPr/>
            <p:nvPr/>
          </p:nvSpPr>
          <p:spPr>
            <a:xfrm>
              <a:off x="4886312" y="5782525"/>
              <a:ext cx="5943600" cy="1532890"/>
            </a:xfrm>
            <a:custGeom>
              <a:avLst/>
              <a:gdLst/>
              <a:ahLst/>
              <a:cxnLst/>
              <a:rect l="l" t="t" r="r" b="b"/>
              <a:pathLst>
                <a:path w="5943600" h="1532890">
                  <a:moveTo>
                    <a:pt x="5943600" y="75361"/>
                  </a:moveTo>
                  <a:lnTo>
                    <a:pt x="5930773" y="33020"/>
                  </a:lnTo>
                  <a:lnTo>
                    <a:pt x="5896559" y="4965"/>
                  </a:lnTo>
                  <a:lnTo>
                    <a:pt x="5878157" y="0"/>
                  </a:lnTo>
                  <a:lnTo>
                    <a:pt x="5882271" y="1092"/>
                  </a:lnTo>
                  <a:lnTo>
                    <a:pt x="5896267" y="8826"/>
                  </a:lnTo>
                  <a:lnTo>
                    <a:pt x="5920194" y="46202"/>
                  </a:lnTo>
                  <a:lnTo>
                    <a:pt x="5924550" y="75361"/>
                  </a:lnTo>
                  <a:lnTo>
                    <a:pt x="5924550" y="1472679"/>
                  </a:lnTo>
                  <a:lnTo>
                    <a:pt x="5912040" y="1502067"/>
                  </a:lnTo>
                  <a:lnTo>
                    <a:pt x="5906249" y="1506880"/>
                  </a:lnTo>
                  <a:lnTo>
                    <a:pt x="5899328" y="1510626"/>
                  </a:lnTo>
                  <a:lnTo>
                    <a:pt x="5891771" y="1512874"/>
                  </a:lnTo>
                  <a:lnTo>
                    <a:pt x="5883592" y="1513636"/>
                  </a:lnTo>
                  <a:lnTo>
                    <a:pt x="60007" y="1513636"/>
                  </a:lnTo>
                  <a:lnTo>
                    <a:pt x="51841" y="1512874"/>
                  </a:lnTo>
                  <a:lnTo>
                    <a:pt x="44284" y="1510626"/>
                  </a:lnTo>
                  <a:lnTo>
                    <a:pt x="37363" y="1506880"/>
                  </a:lnTo>
                  <a:lnTo>
                    <a:pt x="31559" y="1502079"/>
                  </a:lnTo>
                  <a:lnTo>
                    <a:pt x="31051" y="1501635"/>
                  </a:lnTo>
                  <a:lnTo>
                    <a:pt x="25806" y="1495323"/>
                  </a:lnTo>
                  <a:lnTo>
                    <a:pt x="22059" y="1488401"/>
                  </a:lnTo>
                  <a:lnTo>
                    <a:pt x="19812" y="1480845"/>
                  </a:lnTo>
                  <a:lnTo>
                    <a:pt x="19050" y="1472679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80642"/>
                  </a:lnTo>
                  <a:lnTo>
                    <a:pt x="1524" y="1488287"/>
                  </a:lnTo>
                  <a:lnTo>
                    <a:pt x="7607" y="1502994"/>
                  </a:lnTo>
                  <a:lnTo>
                    <a:pt x="11950" y="1509483"/>
                  </a:lnTo>
                  <a:lnTo>
                    <a:pt x="17576" y="1515110"/>
                  </a:lnTo>
                  <a:lnTo>
                    <a:pt x="23202" y="1520736"/>
                  </a:lnTo>
                  <a:lnTo>
                    <a:pt x="29692" y="1525066"/>
                  </a:lnTo>
                  <a:lnTo>
                    <a:pt x="44399" y="1531162"/>
                  </a:lnTo>
                  <a:lnTo>
                    <a:pt x="52044" y="1532686"/>
                  </a:lnTo>
                  <a:lnTo>
                    <a:pt x="5891555" y="1532686"/>
                  </a:lnTo>
                  <a:lnTo>
                    <a:pt x="5899201" y="1531162"/>
                  </a:lnTo>
                  <a:lnTo>
                    <a:pt x="5913907" y="1525066"/>
                  </a:lnTo>
                  <a:lnTo>
                    <a:pt x="5920397" y="1520736"/>
                  </a:lnTo>
                  <a:lnTo>
                    <a:pt x="5925553" y="1515579"/>
                  </a:lnTo>
                  <a:lnTo>
                    <a:pt x="5926023" y="1515110"/>
                  </a:lnTo>
                  <a:lnTo>
                    <a:pt x="5931649" y="1509483"/>
                  </a:lnTo>
                  <a:lnTo>
                    <a:pt x="5935980" y="1502994"/>
                  </a:lnTo>
                  <a:lnTo>
                    <a:pt x="5942038" y="1488401"/>
                  </a:lnTo>
                  <a:lnTo>
                    <a:pt x="5943562" y="1480845"/>
                  </a:lnTo>
                  <a:lnTo>
                    <a:pt x="594360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886325" y="5524499"/>
              <a:ext cx="5943600" cy="514350"/>
            </a:xfrm>
            <a:custGeom>
              <a:avLst/>
              <a:gdLst/>
              <a:ahLst/>
              <a:cxnLst/>
              <a:rect l="l" t="t" r="r" b="b"/>
              <a:pathLst>
                <a:path w="5943600" h="514350">
                  <a:moveTo>
                    <a:pt x="5943600" y="294195"/>
                  </a:moveTo>
                  <a:lnTo>
                    <a:pt x="5928817" y="258483"/>
                  </a:lnTo>
                  <a:lnTo>
                    <a:pt x="5891441" y="238506"/>
                  </a:lnTo>
                  <a:lnTo>
                    <a:pt x="5887529" y="238125"/>
                  </a:lnTo>
                  <a:lnTo>
                    <a:pt x="3228340" y="238125"/>
                  </a:lnTo>
                  <a:lnTo>
                    <a:pt x="3226917" y="223583"/>
                  </a:lnTo>
                  <a:lnTo>
                    <a:pt x="3215462" y="174459"/>
                  </a:lnTo>
                  <a:lnTo>
                    <a:pt x="3194634" y="128511"/>
                  </a:lnTo>
                  <a:lnTo>
                    <a:pt x="3165259" y="87515"/>
                  </a:lnTo>
                  <a:lnTo>
                    <a:pt x="3128441" y="53035"/>
                  </a:lnTo>
                  <a:lnTo>
                    <a:pt x="3085604" y="26403"/>
                  </a:lnTo>
                  <a:lnTo>
                    <a:pt x="3038398" y="8623"/>
                  </a:lnTo>
                  <a:lnTo>
                    <a:pt x="2988627" y="406"/>
                  </a:lnTo>
                  <a:lnTo>
                    <a:pt x="2980220" y="0"/>
                  </a:lnTo>
                  <a:lnTo>
                    <a:pt x="2963380" y="0"/>
                  </a:lnTo>
                  <a:lnTo>
                    <a:pt x="2913367" y="6578"/>
                  </a:lnTo>
                  <a:lnTo>
                    <a:pt x="2865602" y="22796"/>
                  </a:lnTo>
                  <a:lnTo>
                    <a:pt x="2821914" y="48018"/>
                  </a:lnTo>
                  <a:lnTo>
                    <a:pt x="2783992" y="81280"/>
                  </a:lnTo>
                  <a:lnTo>
                    <a:pt x="2753283" y="121297"/>
                  </a:lnTo>
                  <a:lnTo>
                    <a:pt x="2730982" y="166535"/>
                  </a:lnTo>
                  <a:lnTo>
                    <a:pt x="2717927" y="215265"/>
                  </a:lnTo>
                  <a:lnTo>
                    <a:pt x="2715247" y="238125"/>
                  </a:lnTo>
                  <a:lnTo>
                    <a:pt x="56070" y="238125"/>
                  </a:lnTo>
                  <a:lnTo>
                    <a:pt x="20358" y="252907"/>
                  </a:lnTo>
                  <a:lnTo>
                    <a:pt x="381" y="290283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2720937" y="314325"/>
                  </a:lnTo>
                  <a:lnTo>
                    <a:pt x="2721203" y="315607"/>
                  </a:lnTo>
                  <a:lnTo>
                    <a:pt x="2737421" y="363372"/>
                  </a:lnTo>
                  <a:lnTo>
                    <a:pt x="2762643" y="407060"/>
                  </a:lnTo>
                  <a:lnTo>
                    <a:pt x="2795905" y="444982"/>
                  </a:lnTo>
                  <a:lnTo>
                    <a:pt x="2835922" y="475691"/>
                  </a:lnTo>
                  <a:lnTo>
                    <a:pt x="2881160" y="497992"/>
                  </a:lnTo>
                  <a:lnTo>
                    <a:pt x="2929890" y="511048"/>
                  </a:lnTo>
                  <a:lnTo>
                    <a:pt x="2963380" y="514350"/>
                  </a:lnTo>
                  <a:lnTo>
                    <a:pt x="2980220" y="514350"/>
                  </a:lnTo>
                  <a:lnTo>
                    <a:pt x="3030232" y="507771"/>
                  </a:lnTo>
                  <a:lnTo>
                    <a:pt x="3077997" y="491553"/>
                  </a:lnTo>
                  <a:lnTo>
                    <a:pt x="3121685" y="466331"/>
                  </a:lnTo>
                  <a:lnTo>
                    <a:pt x="3159607" y="433070"/>
                  </a:lnTo>
                  <a:lnTo>
                    <a:pt x="3190316" y="393052"/>
                  </a:lnTo>
                  <a:lnTo>
                    <a:pt x="3212630" y="347814"/>
                  </a:lnTo>
                  <a:lnTo>
                    <a:pt x="3222650" y="314325"/>
                  </a:lnTo>
                  <a:lnTo>
                    <a:pt x="5943600" y="314325"/>
                  </a:lnTo>
                  <a:lnTo>
                    <a:pt x="5943600" y="294195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59776" y="5677306"/>
              <a:ext cx="192824" cy="2049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064125" y="6192837"/>
            <a:ext cx="529971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262424"/>
                </a:solidFill>
                <a:latin typeface="Tahoma"/>
                <a:cs typeface="Tahoma"/>
              </a:rPr>
              <a:t>Robustness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is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known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creating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stable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reliable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applications,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essential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for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financial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systems.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86324" y="7486650"/>
            <a:ext cx="6448425" cy="2171700"/>
            <a:chOff x="4886324" y="7486650"/>
            <a:chExt cx="6448425" cy="2171700"/>
          </a:xfrm>
        </p:grpSpPr>
        <p:sp>
          <p:nvSpPr>
            <p:cNvPr id="20" name="object 20"/>
            <p:cNvSpPr/>
            <p:nvPr/>
          </p:nvSpPr>
          <p:spPr>
            <a:xfrm>
              <a:off x="4886312" y="7744675"/>
              <a:ext cx="5943600" cy="1542415"/>
            </a:xfrm>
            <a:custGeom>
              <a:avLst/>
              <a:gdLst/>
              <a:ahLst/>
              <a:cxnLst/>
              <a:rect l="l" t="t" r="r" b="b"/>
              <a:pathLst>
                <a:path w="5943600" h="1542415">
                  <a:moveTo>
                    <a:pt x="5943600" y="75361"/>
                  </a:moveTo>
                  <a:lnTo>
                    <a:pt x="5930773" y="33020"/>
                  </a:lnTo>
                  <a:lnTo>
                    <a:pt x="5896559" y="4965"/>
                  </a:lnTo>
                  <a:lnTo>
                    <a:pt x="5878157" y="0"/>
                  </a:lnTo>
                  <a:lnTo>
                    <a:pt x="5882271" y="1092"/>
                  </a:lnTo>
                  <a:lnTo>
                    <a:pt x="5896267" y="8826"/>
                  </a:lnTo>
                  <a:lnTo>
                    <a:pt x="5920194" y="46202"/>
                  </a:lnTo>
                  <a:lnTo>
                    <a:pt x="5924550" y="75361"/>
                  </a:lnTo>
                  <a:lnTo>
                    <a:pt x="5924550" y="1482204"/>
                  </a:lnTo>
                  <a:lnTo>
                    <a:pt x="5912040" y="1511592"/>
                  </a:lnTo>
                  <a:lnTo>
                    <a:pt x="5906249" y="1516405"/>
                  </a:lnTo>
                  <a:lnTo>
                    <a:pt x="5899328" y="1520151"/>
                  </a:lnTo>
                  <a:lnTo>
                    <a:pt x="5891771" y="1522399"/>
                  </a:lnTo>
                  <a:lnTo>
                    <a:pt x="5883592" y="1523161"/>
                  </a:lnTo>
                  <a:lnTo>
                    <a:pt x="60007" y="1523161"/>
                  </a:lnTo>
                  <a:lnTo>
                    <a:pt x="51841" y="1522399"/>
                  </a:lnTo>
                  <a:lnTo>
                    <a:pt x="44284" y="1520151"/>
                  </a:lnTo>
                  <a:lnTo>
                    <a:pt x="37363" y="1516405"/>
                  </a:lnTo>
                  <a:lnTo>
                    <a:pt x="31559" y="1511604"/>
                  </a:lnTo>
                  <a:lnTo>
                    <a:pt x="31051" y="1511160"/>
                  </a:lnTo>
                  <a:lnTo>
                    <a:pt x="25806" y="1504848"/>
                  </a:lnTo>
                  <a:lnTo>
                    <a:pt x="22059" y="1497926"/>
                  </a:lnTo>
                  <a:lnTo>
                    <a:pt x="19812" y="1490370"/>
                  </a:lnTo>
                  <a:lnTo>
                    <a:pt x="19050" y="1482204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90154"/>
                  </a:lnTo>
                  <a:lnTo>
                    <a:pt x="1524" y="1497812"/>
                  </a:lnTo>
                  <a:lnTo>
                    <a:pt x="7607" y="1512506"/>
                  </a:lnTo>
                  <a:lnTo>
                    <a:pt x="11950" y="1519008"/>
                  </a:lnTo>
                  <a:lnTo>
                    <a:pt x="17805" y="1524863"/>
                  </a:lnTo>
                  <a:lnTo>
                    <a:pt x="23202" y="1530261"/>
                  </a:lnTo>
                  <a:lnTo>
                    <a:pt x="29692" y="1534591"/>
                  </a:lnTo>
                  <a:lnTo>
                    <a:pt x="44399" y="1540687"/>
                  </a:lnTo>
                  <a:lnTo>
                    <a:pt x="52044" y="1542211"/>
                  </a:lnTo>
                  <a:lnTo>
                    <a:pt x="5891555" y="1542211"/>
                  </a:lnTo>
                  <a:lnTo>
                    <a:pt x="5899201" y="1540687"/>
                  </a:lnTo>
                  <a:lnTo>
                    <a:pt x="5913907" y="1534591"/>
                  </a:lnTo>
                  <a:lnTo>
                    <a:pt x="5920397" y="1530261"/>
                  </a:lnTo>
                  <a:lnTo>
                    <a:pt x="5925553" y="1525104"/>
                  </a:lnTo>
                  <a:lnTo>
                    <a:pt x="5926023" y="1524635"/>
                  </a:lnTo>
                  <a:lnTo>
                    <a:pt x="5931649" y="1519008"/>
                  </a:lnTo>
                  <a:lnTo>
                    <a:pt x="5935980" y="1512506"/>
                  </a:lnTo>
                  <a:lnTo>
                    <a:pt x="5942038" y="1497926"/>
                  </a:lnTo>
                  <a:lnTo>
                    <a:pt x="5943562" y="1490370"/>
                  </a:lnTo>
                  <a:lnTo>
                    <a:pt x="594360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886325" y="7486649"/>
              <a:ext cx="5943600" cy="514350"/>
            </a:xfrm>
            <a:custGeom>
              <a:avLst/>
              <a:gdLst/>
              <a:ahLst/>
              <a:cxnLst/>
              <a:rect l="l" t="t" r="r" b="b"/>
              <a:pathLst>
                <a:path w="5943600" h="514350">
                  <a:moveTo>
                    <a:pt x="5943600" y="294195"/>
                  </a:moveTo>
                  <a:lnTo>
                    <a:pt x="5928817" y="258483"/>
                  </a:lnTo>
                  <a:lnTo>
                    <a:pt x="5891441" y="238506"/>
                  </a:lnTo>
                  <a:lnTo>
                    <a:pt x="5887529" y="238125"/>
                  </a:lnTo>
                  <a:lnTo>
                    <a:pt x="3228340" y="238125"/>
                  </a:lnTo>
                  <a:lnTo>
                    <a:pt x="3226917" y="223583"/>
                  </a:lnTo>
                  <a:lnTo>
                    <a:pt x="3215462" y="174459"/>
                  </a:lnTo>
                  <a:lnTo>
                    <a:pt x="3194634" y="128511"/>
                  </a:lnTo>
                  <a:lnTo>
                    <a:pt x="3165259" y="87515"/>
                  </a:lnTo>
                  <a:lnTo>
                    <a:pt x="3128441" y="53035"/>
                  </a:lnTo>
                  <a:lnTo>
                    <a:pt x="3085604" y="26403"/>
                  </a:lnTo>
                  <a:lnTo>
                    <a:pt x="3038398" y="8623"/>
                  </a:lnTo>
                  <a:lnTo>
                    <a:pt x="2988627" y="406"/>
                  </a:lnTo>
                  <a:lnTo>
                    <a:pt x="2980220" y="0"/>
                  </a:lnTo>
                  <a:lnTo>
                    <a:pt x="2963380" y="0"/>
                  </a:lnTo>
                  <a:lnTo>
                    <a:pt x="2913367" y="6578"/>
                  </a:lnTo>
                  <a:lnTo>
                    <a:pt x="2865602" y="22796"/>
                  </a:lnTo>
                  <a:lnTo>
                    <a:pt x="2821914" y="48018"/>
                  </a:lnTo>
                  <a:lnTo>
                    <a:pt x="2783992" y="81280"/>
                  </a:lnTo>
                  <a:lnTo>
                    <a:pt x="2753283" y="121297"/>
                  </a:lnTo>
                  <a:lnTo>
                    <a:pt x="2730982" y="166535"/>
                  </a:lnTo>
                  <a:lnTo>
                    <a:pt x="2717927" y="215265"/>
                  </a:lnTo>
                  <a:lnTo>
                    <a:pt x="2715247" y="238125"/>
                  </a:lnTo>
                  <a:lnTo>
                    <a:pt x="56070" y="238125"/>
                  </a:lnTo>
                  <a:lnTo>
                    <a:pt x="20358" y="252907"/>
                  </a:lnTo>
                  <a:lnTo>
                    <a:pt x="381" y="290283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2720937" y="314325"/>
                  </a:lnTo>
                  <a:lnTo>
                    <a:pt x="2721203" y="315607"/>
                  </a:lnTo>
                  <a:lnTo>
                    <a:pt x="2737421" y="363372"/>
                  </a:lnTo>
                  <a:lnTo>
                    <a:pt x="2762643" y="407060"/>
                  </a:lnTo>
                  <a:lnTo>
                    <a:pt x="2795905" y="444982"/>
                  </a:lnTo>
                  <a:lnTo>
                    <a:pt x="2835922" y="475691"/>
                  </a:lnTo>
                  <a:lnTo>
                    <a:pt x="2881160" y="497992"/>
                  </a:lnTo>
                  <a:lnTo>
                    <a:pt x="2929890" y="511048"/>
                  </a:lnTo>
                  <a:lnTo>
                    <a:pt x="2963380" y="514350"/>
                  </a:lnTo>
                  <a:lnTo>
                    <a:pt x="2980220" y="514350"/>
                  </a:lnTo>
                  <a:lnTo>
                    <a:pt x="3030232" y="507771"/>
                  </a:lnTo>
                  <a:lnTo>
                    <a:pt x="3077997" y="491553"/>
                  </a:lnTo>
                  <a:lnTo>
                    <a:pt x="3121685" y="466331"/>
                  </a:lnTo>
                  <a:lnTo>
                    <a:pt x="3159607" y="433070"/>
                  </a:lnTo>
                  <a:lnTo>
                    <a:pt x="3190316" y="393052"/>
                  </a:lnTo>
                  <a:lnTo>
                    <a:pt x="3212630" y="347814"/>
                  </a:lnTo>
                  <a:lnTo>
                    <a:pt x="3222650" y="314325"/>
                  </a:lnTo>
                  <a:lnTo>
                    <a:pt x="5943600" y="314325"/>
                  </a:lnTo>
                  <a:lnTo>
                    <a:pt x="5943600" y="294195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75451" y="7634493"/>
              <a:ext cx="161474" cy="214788"/>
            </a:xfrm>
            <a:prstGeom prst="rect">
              <a:avLst/>
            </a:prstGeom>
          </p:spPr>
        </p:pic>
        <p:pic>
          <p:nvPicPr>
            <p:cNvPr id="23" name="object 23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80245" y="9239250"/>
              <a:ext cx="1754504" cy="4191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064125" y="8154987"/>
            <a:ext cx="547878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262424"/>
                </a:solidFill>
                <a:latin typeface="Tahoma"/>
                <a:cs typeface="Tahoma"/>
              </a:rPr>
              <a:t>Portability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Code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written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in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can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be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easily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compiled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run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on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various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platforms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with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minimal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modifications.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5" y="454025"/>
            <a:ext cx="603313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Code</a:t>
            </a:r>
            <a:r>
              <a:rPr dirty="0" spc="-280"/>
              <a:t> </a:t>
            </a:r>
            <a:r>
              <a:rPr dirty="0" spc="-150"/>
              <a:t>Breakdown:</a:t>
            </a:r>
            <a:r>
              <a:rPr dirty="0" spc="-275"/>
              <a:t> </a:t>
            </a:r>
            <a:r>
              <a:rPr dirty="0" spc="-30"/>
              <a:t>The</a:t>
            </a:r>
            <a:r>
              <a:rPr dirty="0" spc="-275"/>
              <a:t> </a:t>
            </a:r>
            <a:r>
              <a:rPr dirty="0" spc="-80"/>
              <a:t>'main'</a:t>
            </a:r>
            <a:r>
              <a:rPr dirty="0" spc="-275"/>
              <a:t> </a:t>
            </a:r>
            <a:r>
              <a:rPr dirty="0" spc="-75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942975" y="1266824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4767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88" y="228600"/>
                </a:lnTo>
                <a:lnTo>
                  <a:pt x="476707" y="228600"/>
                </a:lnTo>
                <a:lnTo>
                  <a:pt x="495300" y="210007"/>
                </a:lnTo>
                <a:lnTo>
                  <a:pt x="495300" y="18592"/>
                </a:lnTo>
                <a:lnTo>
                  <a:pt x="479450" y="546"/>
                </a:lnTo>
                <a:lnTo>
                  <a:pt x="47670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87375" y="1263650"/>
            <a:ext cx="671385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main()</a:t>
            </a:r>
            <a:r>
              <a:rPr dirty="0" sz="1350" spc="-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function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is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entry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point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of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every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program.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It's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where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execution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begins.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0062" y="1914524"/>
            <a:ext cx="5972810" cy="2172335"/>
          </a:xfrm>
          <a:custGeom>
            <a:avLst/>
            <a:gdLst/>
            <a:ahLst/>
            <a:cxnLst/>
            <a:rect l="l" t="t" r="r" b="b"/>
            <a:pathLst>
              <a:path w="5972809" h="2172335">
                <a:moveTo>
                  <a:pt x="5972187" y="56070"/>
                </a:moveTo>
                <a:lnTo>
                  <a:pt x="5972175" y="55943"/>
                </a:lnTo>
                <a:lnTo>
                  <a:pt x="5972175" y="52070"/>
                </a:lnTo>
                <a:lnTo>
                  <a:pt x="5970651" y="44411"/>
                </a:lnTo>
                <a:lnTo>
                  <a:pt x="5969165" y="40855"/>
                </a:lnTo>
                <a:lnTo>
                  <a:pt x="5969127" y="40690"/>
                </a:lnTo>
                <a:lnTo>
                  <a:pt x="5966104" y="33401"/>
                </a:lnTo>
                <a:lnTo>
                  <a:pt x="5966015" y="33261"/>
                </a:lnTo>
                <a:lnTo>
                  <a:pt x="5964555" y="29705"/>
                </a:lnTo>
                <a:lnTo>
                  <a:pt x="5960224" y="23215"/>
                </a:lnTo>
                <a:lnTo>
                  <a:pt x="5957506" y="20510"/>
                </a:lnTo>
                <a:lnTo>
                  <a:pt x="5957392" y="20358"/>
                </a:lnTo>
                <a:lnTo>
                  <a:pt x="5951817" y="14795"/>
                </a:lnTo>
                <a:lnTo>
                  <a:pt x="5948972" y="11963"/>
                </a:lnTo>
                <a:lnTo>
                  <a:pt x="5942482" y="7620"/>
                </a:lnTo>
                <a:lnTo>
                  <a:pt x="5938952" y="6172"/>
                </a:lnTo>
                <a:lnTo>
                  <a:pt x="5938786" y="6070"/>
                </a:lnTo>
                <a:lnTo>
                  <a:pt x="5931497" y="3060"/>
                </a:lnTo>
                <a:lnTo>
                  <a:pt x="5931344" y="3022"/>
                </a:lnTo>
                <a:lnTo>
                  <a:pt x="5927776" y="1536"/>
                </a:lnTo>
                <a:lnTo>
                  <a:pt x="5920130" y="12"/>
                </a:lnTo>
                <a:lnTo>
                  <a:pt x="5916244" y="12"/>
                </a:lnTo>
                <a:lnTo>
                  <a:pt x="5916117" y="0"/>
                </a:lnTo>
                <a:lnTo>
                  <a:pt x="56070" y="0"/>
                </a:lnTo>
                <a:lnTo>
                  <a:pt x="55930" y="12"/>
                </a:lnTo>
                <a:lnTo>
                  <a:pt x="52057" y="12"/>
                </a:lnTo>
                <a:lnTo>
                  <a:pt x="44399" y="1536"/>
                </a:lnTo>
                <a:lnTo>
                  <a:pt x="40779" y="3035"/>
                </a:lnTo>
                <a:lnTo>
                  <a:pt x="33413" y="6070"/>
                </a:lnTo>
                <a:lnTo>
                  <a:pt x="29692" y="7620"/>
                </a:lnTo>
                <a:lnTo>
                  <a:pt x="23202" y="11963"/>
                </a:lnTo>
                <a:lnTo>
                  <a:pt x="20370" y="14795"/>
                </a:lnTo>
                <a:lnTo>
                  <a:pt x="14795" y="20358"/>
                </a:lnTo>
                <a:lnTo>
                  <a:pt x="11950" y="23215"/>
                </a:lnTo>
                <a:lnTo>
                  <a:pt x="7620" y="29705"/>
                </a:lnTo>
                <a:lnTo>
                  <a:pt x="6096" y="33362"/>
                </a:lnTo>
                <a:lnTo>
                  <a:pt x="4851" y="36385"/>
                </a:lnTo>
                <a:lnTo>
                  <a:pt x="1524" y="44411"/>
                </a:lnTo>
                <a:lnTo>
                  <a:pt x="0" y="52070"/>
                </a:lnTo>
                <a:lnTo>
                  <a:pt x="0" y="2119668"/>
                </a:lnTo>
                <a:lnTo>
                  <a:pt x="23202" y="2159762"/>
                </a:lnTo>
                <a:lnTo>
                  <a:pt x="52057" y="2171712"/>
                </a:lnTo>
                <a:lnTo>
                  <a:pt x="5920130" y="2171712"/>
                </a:lnTo>
                <a:lnTo>
                  <a:pt x="5927776" y="2170188"/>
                </a:lnTo>
                <a:lnTo>
                  <a:pt x="5935802" y="2166861"/>
                </a:lnTo>
                <a:lnTo>
                  <a:pt x="5938786" y="2165629"/>
                </a:lnTo>
                <a:lnTo>
                  <a:pt x="5942482" y="2164092"/>
                </a:lnTo>
                <a:lnTo>
                  <a:pt x="5948972" y="2159762"/>
                </a:lnTo>
                <a:lnTo>
                  <a:pt x="5951817" y="2156917"/>
                </a:lnTo>
                <a:lnTo>
                  <a:pt x="5957392" y="2151342"/>
                </a:lnTo>
                <a:lnTo>
                  <a:pt x="5960224" y="2148509"/>
                </a:lnTo>
                <a:lnTo>
                  <a:pt x="5964555" y="2142020"/>
                </a:lnTo>
                <a:lnTo>
                  <a:pt x="5966066" y="2138362"/>
                </a:lnTo>
                <a:lnTo>
                  <a:pt x="5969127" y="2131022"/>
                </a:lnTo>
                <a:lnTo>
                  <a:pt x="5970651" y="2127313"/>
                </a:lnTo>
                <a:lnTo>
                  <a:pt x="5972175" y="2119668"/>
                </a:lnTo>
                <a:lnTo>
                  <a:pt x="5972175" y="2115769"/>
                </a:lnTo>
                <a:lnTo>
                  <a:pt x="5972187" y="2115629"/>
                </a:lnTo>
                <a:lnTo>
                  <a:pt x="5972187" y="5607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50341" y="2054225"/>
            <a:ext cx="2694305" cy="1602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#include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int</a:t>
            </a:r>
            <a:r>
              <a:rPr dirty="0" sz="1350" spc="-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main()</a:t>
            </a:r>
            <a:r>
              <a:rPr dirty="0" sz="1350" spc="-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Tahoma"/>
                <a:cs typeface="Tahoma"/>
              </a:rPr>
              <a:t>{</a:t>
            </a:r>
            <a:endParaRPr sz="1350">
              <a:latin typeface="Tahoma"/>
              <a:cs typeface="Tahoma"/>
            </a:endParaRPr>
          </a:p>
          <a:p>
            <a:pPr marL="176530" marR="51435">
              <a:lnSpc>
                <a:spcPct val="134300"/>
              </a:lnSpc>
            </a:pP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char</a:t>
            </a:r>
            <a:r>
              <a:rPr dirty="0" sz="1350" spc="-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name[50],</a:t>
            </a:r>
            <a:r>
              <a:rPr dirty="0" sz="1350" spc="-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department[50];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int</a:t>
            </a:r>
            <a:r>
              <a:rPr dirty="0" sz="1350" spc="-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Tahoma"/>
                <a:cs typeface="Tahoma"/>
              </a:rPr>
              <a:t>id;</a:t>
            </a:r>
            <a:endParaRPr sz="1350">
              <a:latin typeface="Tahoma"/>
              <a:cs typeface="Tahoma"/>
            </a:endParaRPr>
          </a:p>
          <a:p>
            <a:pPr marL="176530">
              <a:lnSpc>
                <a:spcPct val="100000"/>
              </a:lnSpc>
              <a:spcBef>
                <a:spcPts val="480"/>
              </a:spcBef>
            </a:pP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float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basic,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hra,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da,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pf,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gross,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net;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0875" y="1914524"/>
            <a:ext cx="3838574" cy="383857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029450" y="65055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267575" y="6400799"/>
            <a:ext cx="457200" cy="228600"/>
          </a:xfrm>
          <a:custGeom>
            <a:avLst/>
            <a:gdLst/>
            <a:ahLst/>
            <a:cxnLst/>
            <a:rect l="l" t="t" r="r" b="b"/>
            <a:pathLst>
              <a:path w="457200" h="228600">
                <a:moveTo>
                  <a:pt x="4386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438607" y="228600"/>
                </a:lnTo>
                <a:lnTo>
                  <a:pt x="457200" y="210007"/>
                </a:lnTo>
                <a:lnTo>
                  <a:pt x="457200" y="18592"/>
                </a:lnTo>
                <a:lnTo>
                  <a:pt x="441350" y="546"/>
                </a:lnTo>
                <a:lnTo>
                  <a:pt x="43860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800975" y="6400799"/>
            <a:ext cx="933450" cy="228600"/>
          </a:xfrm>
          <a:custGeom>
            <a:avLst/>
            <a:gdLst/>
            <a:ahLst/>
            <a:cxnLst/>
            <a:rect l="l" t="t" r="r" b="b"/>
            <a:pathLst>
              <a:path w="933450" h="228600">
                <a:moveTo>
                  <a:pt x="91485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914857" y="228600"/>
                </a:lnTo>
                <a:lnTo>
                  <a:pt x="933450" y="210007"/>
                </a:lnTo>
                <a:lnTo>
                  <a:pt x="933450" y="18592"/>
                </a:lnTo>
                <a:lnTo>
                  <a:pt x="917600" y="546"/>
                </a:lnTo>
                <a:lnTo>
                  <a:pt x="91485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29450" y="71247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67575" y="7019925"/>
            <a:ext cx="152400" cy="22860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7029450" y="74676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1"/>
                </a:lnTo>
                <a:lnTo>
                  <a:pt x="32359" y="57151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67575" y="7362825"/>
            <a:ext cx="400050" cy="228600"/>
          </a:xfrm>
          <a:custGeom>
            <a:avLst/>
            <a:gdLst/>
            <a:ahLst/>
            <a:cxnLst/>
            <a:rect l="l" t="t" r="r" b="b"/>
            <a:pathLst>
              <a:path w="400050" h="228600">
                <a:moveTo>
                  <a:pt x="38145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0"/>
                </a:lnTo>
                <a:lnTo>
                  <a:pt x="0" y="210007"/>
                </a:lnTo>
                <a:lnTo>
                  <a:pt x="18592" y="228601"/>
                </a:lnTo>
                <a:lnTo>
                  <a:pt x="381457" y="228601"/>
                </a:lnTo>
                <a:lnTo>
                  <a:pt x="400050" y="210007"/>
                </a:lnTo>
                <a:lnTo>
                  <a:pt x="400050" y="18592"/>
                </a:lnTo>
                <a:lnTo>
                  <a:pt x="384200" y="546"/>
                </a:lnTo>
                <a:lnTo>
                  <a:pt x="38145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029450" y="78200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84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84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267575" y="7715250"/>
            <a:ext cx="276225" cy="228600"/>
          </a:xfrm>
          <a:custGeom>
            <a:avLst/>
            <a:gdLst/>
            <a:ahLst/>
            <a:cxnLst/>
            <a:rect l="l" t="t" r="r" b="b"/>
            <a:pathLst>
              <a:path w="276225" h="228600">
                <a:moveTo>
                  <a:pt x="257632" y="0"/>
                </a:moveTo>
                <a:lnTo>
                  <a:pt x="18592" y="0"/>
                </a:lnTo>
                <a:lnTo>
                  <a:pt x="15849" y="541"/>
                </a:lnTo>
                <a:lnTo>
                  <a:pt x="0" y="18587"/>
                </a:lnTo>
                <a:lnTo>
                  <a:pt x="0" y="207168"/>
                </a:lnTo>
                <a:lnTo>
                  <a:pt x="0" y="210011"/>
                </a:lnTo>
                <a:lnTo>
                  <a:pt x="18592" y="228600"/>
                </a:lnTo>
                <a:lnTo>
                  <a:pt x="257632" y="228600"/>
                </a:lnTo>
                <a:lnTo>
                  <a:pt x="276225" y="210011"/>
                </a:lnTo>
                <a:lnTo>
                  <a:pt x="276225" y="18587"/>
                </a:lnTo>
                <a:lnTo>
                  <a:pt x="260375" y="541"/>
                </a:lnTo>
                <a:lnTo>
                  <a:pt x="25763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10475" y="7715250"/>
            <a:ext cx="219075" cy="2286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96225" y="7715250"/>
            <a:ext cx="171450" cy="228600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8143875" y="7715250"/>
            <a:ext cx="428625" cy="228600"/>
          </a:xfrm>
          <a:custGeom>
            <a:avLst/>
            <a:gdLst/>
            <a:ahLst/>
            <a:cxnLst/>
            <a:rect l="l" t="t" r="r" b="b"/>
            <a:pathLst>
              <a:path w="428625" h="228600">
                <a:moveTo>
                  <a:pt x="410032" y="0"/>
                </a:moveTo>
                <a:lnTo>
                  <a:pt x="18592" y="0"/>
                </a:lnTo>
                <a:lnTo>
                  <a:pt x="15849" y="541"/>
                </a:lnTo>
                <a:lnTo>
                  <a:pt x="0" y="18587"/>
                </a:lnTo>
                <a:lnTo>
                  <a:pt x="0" y="207168"/>
                </a:lnTo>
                <a:lnTo>
                  <a:pt x="0" y="210011"/>
                </a:lnTo>
                <a:lnTo>
                  <a:pt x="18592" y="228600"/>
                </a:lnTo>
                <a:lnTo>
                  <a:pt x="410032" y="228600"/>
                </a:lnTo>
                <a:lnTo>
                  <a:pt x="428625" y="210011"/>
                </a:lnTo>
                <a:lnTo>
                  <a:pt x="428625" y="18587"/>
                </a:lnTo>
                <a:lnTo>
                  <a:pt x="412775" y="541"/>
                </a:lnTo>
                <a:lnTo>
                  <a:pt x="41003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648700" y="7715250"/>
            <a:ext cx="266700" cy="228600"/>
          </a:xfrm>
          <a:custGeom>
            <a:avLst/>
            <a:gdLst/>
            <a:ahLst/>
            <a:cxnLst/>
            <a:rect l="l" t="t" r="r" b="b"/>
            <a:pathLst>
              <a:path w="266700" h="228600">
                <a:moveTo>
                  <a:pt x="248107" y="0"/>
                </a:moveTo>
                <a:lnTo>
                  <a:pt x="18592" y="0"/>
                </a:lnTo>
                <a:lnTo>
                  <a:pt x="15849" y="541"/>
                </a:lnTo>
                <a:lnTo>
                  <a:pt x="0" y="18587"/>
                </a:lnTo>
                <a:lnTo>
                  <a:pt x="0" y="207168"/>
                </a:lnTo>
                <a:lnTo>
                  <a:pt x="0" y="210011"/>
                </a:lnTo>
                <a:lnTo>
                  <a:pt x="18592" y="228600"/>
                </a:lnTo>
                <a:lnTo>
                  <a:pt x="248107" y="228600"/>
                </a:lnTo>
                <a:lnTo>
                  <a:pt x="266700" y="210011"/>
                </a:lnTo>
                <a:lnTo>
                  <a:pt x="266700" y="18587"/>
                </a:lnTo>
                <a:lnTo>
                  <a:pt x="250850" y="541"/>
                </a:lnTo>
                <a:lnTo>
                  <a:pt x="24810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985648" y="5926137"/>
            <a:ext cx="3624579" cy="2284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latin typeface="Tahoma"/>
                <a:cs typeface="Tahoma"/>
              </a:rPr>
              <a:t>Key</a:t>
            </a:r>
            <a:r>
              <a:rPr dirty="0" sz="1650" spc="-140" b="1">
                <a:latin typeface="Tahoma"/>
                <a:cs typeface="Tahoma"/>
              </a:rPr>
              <a:t> </a:t>
            </a:r>
            <a:r>
              <a:rPr dirty="0" sz="1650" spc="-50" b="1">
                <a:latin typeface="Tahoma"/>
                <a:cs typeface="Tahoma"/>
              </a:rPr>
              <a:t>Variables</a:t>
            </a:r>
            <a:r>
              <a:rPr dirty="0" sz="1650" spc="-135" b="1">
                <a:latin typeface="Tahoma"/>
                <a:cs typeface="Tahoma"/>
              </a:rPr>
              <a:t> </a:t>
            </a:r>
            <a:r>
              <a:rPr dirty="0" sz="1650" spc="-10" b="1">
                <a:latin typeface="Tahoma"/>
                <a:cs typeface="Tahoma"/>
              </a:rPr>
              <a:t>Declared</a:t>
            </a:r>
            <a:endParaRPr sz="1650">
              <a:latin typeface="Tahoma"/>
              <a:cs typeface="Tahoma"/>
            </a:endParaRPr>
          </a:p>
          <a:p>
            <a:pPr marL="286385" marR="143510">
              <a:lnSpc>
                <a:spcPct val="134300"/>
              </a:lnSpc>
              <a:spcBef>
                <a:spcPts val="1140"/>
              </a:spcBef>
            </a:pP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name</a:t>
            </a:r>
            <a:r>
              <a:rPr dirty="0" sz="1350">
                <a:solidFill>
                  <a:srgbClr val="262424"/>
                </a:solidFill>
                <a:latin typeface="Verdana"/>
                <a:cs typeface="Verdana"/>
              </a:rPr>
              <a:t>,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department</a:t>
            </a:r>
            <a:r>
              <a:rPr dirty="0" sz="1350">
                <a:solidFill>
                  <a:srgbClr val="262424"/>
                </a:solidFill>
                <a:latin typeface="Verdana"/>
                <a:cs typeface="Verdana"/>
              </a:rPr>
              <a:t>: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Stores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employee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text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data.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80"/>
              </a:spcBef>
            </a:pPr>
            <a:r>
              <a:rPr dirty="0" sz="1350" spc="-70">
                <a:solidFill>
                  <a:srgbClr val="262424"/>
                </a:solidFill>
                <a:latin typeface="Tahoma"/>
                <a:cs typeface="Tahoma"/>
              </a:rPr>
              <a:t>id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: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Unique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employee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identification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number.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80"/>
              </a:spcBef>
            </a:pPr>
            <a:r>
              <a:rPr dirty="0" sz="1350" spc="-35">
                <a:solidFill>
                  <a:srgbClr val="262424"/>
                </a:solidFill>
                <a:latin typeface="Tahoma"/>
                <a:cs typeface="Tahoma"/>
              </a:rPr>
              <a:t>basic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: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Fundamental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salary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component.</a:t>
            </a:r>
            <a:endParaRPr sz="1350">
              <a:latin typeface="Verdana"/>
              <a:cs typeface="Verdana"/>
            </a:endParaRPr>
          </a:p>
          <a:p>
            <a:pPr marL="286385" marR="6350">
              <a:lnSpc>
                <a:spcPct val="129600"/>
              </a:lnSpc>
              <a:spcBef>
                <a:spcPts val="675"/>
              </a:spcBef>
            </a:pP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hra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,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Tahoma"/>
                <a:cs typeface="Tahoma"/>
              </a:rPr>
              <a:t>da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,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pf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,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gross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,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Tahoma"/>
                <a:cs typeface="Tahoma"/>
              </a:rPr>
              <a:t>net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: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Variables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various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salary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calculations.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2" name="object 22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827303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11982450"/>
            <a:chOff x="7143750" y="253"/>
            <a:chExt cx="4286250" cy="11982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1198219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1147343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5" y="454025"/>
            <a:ext cx="5894705" cy="86550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55"/>
              </a:spcBef>
            </a:pPr>
            <a:r>
              <a:rPr dirty="0" spc="-235"/>
              <a:t>Input</a:t>
            </a:r>
            <a:r>
              <a:rPr dirty="0" spc="-254"/>
              <a:t> </a:t>
            </a:r>
            <a:r>
              <a:rPr dirty="0" spc="-105"/>
              <a:t>Collection:</a:t>
            </a:r>
            <a:r>
              <a:rPr dirty="0" spc="-254"/>
              <a:t> </a:t>
            </a:r>
            <a:r>
              <a:rPr dirty="0" spc="-130"/>
              <a:t>Gathering</a:t>
            </a:r>
            <a:r>
              <a:rPr dirty="0" spc="-254"/>
              <a:t> </a:t>
            </a:r>
            <a:r>
              <a:rPr dirty="0" spc="-80"/>
              <a:t>Employee </a:t>
            </a:r>
            <a:r>
              <a:rPr dirty="0" spc="-20"/>
              <a:t>Data</a:t>
            </a:r>
          </a:p>
        </p:txBody>
      </p:sp>
      <p:sp>
        <p:nvSpPr>
          <p:cNvPr id="6" name="object 6"/>
          <p:cNvSpPr/>
          <p:nvPr/>
        </p:nvSpPr>
        <p:spPr>
          <a:xfrm>
            <a:off x="600062" y="3562349"/>
            <a:ext cx="5944235" cy="810260"/>
          </a:xfrm>
          <a:custGeom>
            <a:avLst/>
            <a:gdLst/>
            <a:ahLst/>
            <a:cxnLst/>
            <a:rect l="l" t="t" r="r" b="b"/>
            <a:pathLst>
              <a:path w="5944234" h="810260">
                <a:moveTo>
                  <a:pt x="5943612" y="56070"/>
                </a:moveTo>
                <a:lnTo>
                  <a:pt x="5943600" y="55943"/>
                </a:lnTo>
                <a:lnTo>
                  <a:pt x="5943600" y="52070"/>
                </a:lnTo>
                <a:lnTo>
                  <a:pt x="5942076" y="44399"/>
                </a:lnTo>
                <a:lnTo>
                  <a:pt x="5940590" y="40855"/>
                </a:lnTo>
                <a:lnTo>
                  <a:pt x="5940552" y="40678"/>
                </a:lnTo>
                <a:lnTo>
                  <a:pt x="5937529" y="33401"/>
                </a:lnTo>
                <a:lnTo>
                  <a:pt x="5937453" y="33274"/>
                </a:lnTo>
                <a:lnTo>
                  <a:pt x="5935980" y="29705"/>
                </a:lnTo>
                <a:lnTo>
                  <a:pt x="5931649" y="23215"/>
                </a:lnTo>
                <a:lnTo>
                  <a:pt x="5928931" y="20510"/>
                </a:lnTo>
                <a:lnTo>
                  <a:pt x="5928817" y="20358"/>
                </a:lnTo>
                <a:lnTo>
                  <a:pt x="5923242" y="14795"/>
                </a:lnTo>
                <a:lnTo>
                  <a:pt x="5920397" y="11963"/>
                </a:lnTo>
                <a:lnTo>
                  <a:pt x="5913907" y="7620"/>
                </a:lnTo>
                <a:lnTo>
                  <a:pt x="5910377" y="6172"/>
                </a:lnTo>
                <a:lnTo>
                  <a:pt x="5910211" y="6070"/>
                </a:lnTo>
                <a:lnTo>
                  <a:pt x="5902922" y="3060"/>
                </a:lnTo>
                <a:lnTo>
                  <a:pt x="5902769" y="3022"/>
                </a:lnTo>
                <a:lnTo>
                  <a:pt x="5899201" y="1536"/>
                </a:lnTo>
                <a:lnTo>
                  <a:pt x="5891555" y="12"/>
                </a:lnTo>
                <a:lnTo>
                  <a:pt x="5887669" y="12"/>
                </a:lnTo>
                <a:lnTo>
                  <a:pt x="5887542" y="0"/>
                </a:lnTo>
                <a:lnTo>
                  <a:pt x="56070" y="0"/>
                </a:lnTo>
                <a:lnTo>
                  <a:pt x="55930" y="12"/>
                </a:lnTo>
                <a:lnTo>
                  <a:pt x="52057" y="12"/>
                </a:lnTo>
                <a:lnTo>
                  <a:pt x="44399" y="1536"/>
                </a:lnTo>
                <a:lnTo>
                  <a:pt x="40779" y="3035"/>
                </a:lnTo>
                <a:lnTo>
                  <a:pt x="33413" y="6070"/>
                </a:lnTo>
                <a:lnTo>
                  <a:pt x="29692" y="7620"/>
                </a:lnTo>
                <a:lnTo>
                  <a:pt x="23202" y="11963"/>
                </a:lnTo>
                <a:lnTo>
                  <a:pt x="20370" y="14795"/>
                </a:lnTo>
                <a:lnTo>
                  <a:pt x="14795" y="20358"/>
                </a:lnTo>
                <a:lnTo>
                  <a:pt x="11950" y="23215"/>
                </a:lnTo>
                <a:lnTo>
                  <a:pt x="7620" y="29705"/>
                </a:lnTo>
                <a:lnTo>
                  <a:pt x="6096" y="33375"/>
                </a:lnTo>
                <a:lnTo>
                  <a:pt x="4927" y="36182"/>
                </a:lnTo>
                <a:lnTo>
                  <a:pt x="1524" y="44399"/>
                </a:lnTo>
                <a:lnTo>
                  <a:pt x="0" y="52070"/>
                </a:lnTo>
                <a:lnTo>
                  <a:pt x="0" y="757593"/>
                </a:lnTo>
                <a:lnTo>
                  <a:pt x="23202" y="797687"/>
                </a:lnTo>
                <a:lnTo>
                  <a:pt x="52057" y="809637"/>
                </a:lnTo>
                <a:lnTo>
                  <a:pt x="5891555" y="809637"/>
                </a:lnTo>
                <a:lnTo>
                  <a:pt x="5899201" y="808113"/>
                </a:lnTo>
                <a:lnTo>
                  <a:pt x="5907227" y="804786"/>
                </a:lnTo>
                <a:lnTo>
                  <a:pt x="5910211" y="803554"/>
                </a:lnTo>
                <a:lnTo>
                  <a:pt x="5913907" y="802017"/>
                </a:lnTo>
                <a:lnTo>
                  <a:pt x="5920397" y="797687"/>
                </a:lnTo>
                <a:lnTo>
                  <a:pt x="5928817" y="789266"/>
                </a:lnTo>
                <a:lnTo>
                  <a:pt x="5931649" y="786434"/>
                </a:lnTo>
                <a:lnTo>
                  <a:pt x="5935980" y="779945"/>
                </a:lnTo>
                <a:lnTo>
                  <a:pt x="5937491" y="776287"/>
                </a:lnTo>
                <a:lnTo>
                  <a:pt x="5940552" y="768946"/>
                </a:lnTo>
                <a:lnTo>
                  <a:pt x="5942076" y="765238"/>
                </a:lnTo>
                <a:lnTo>
                  <a:pt x="5943600" y="757593"/>
                </a:lnTo>
                <a:lnTo>
                  <a:pt x="5943600" y="753694"/>
                </a:lnTo>
                <a:lnTo>
                  <a:pt x="5943612" y="753554"/>
                </a:lnTo>
                <a:lnTo>
                  <a:pt x="5943612" y="5607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0075" y="2600324"/>
            <a:ext cx="5943600" cy="19050"/>
          </a:xfrm>
          <a:custGeom>
            <a:avLst/>
            <a:gdLst/>
            <a:ahLst/>
            <a:cxnLst/>
            <a:rect l="l" t="t" r="r" b="b"/>
            <a:pathLst>
              <a:path w="5943600" h="19050">
                <a:moveTo>
                  <a:pt x="5943600" y="0"/>
                </a:moveTo>
                <a:lnTo>
                  <a:pt x="0" y="0"/>
                </a:lnTo>
                <a:lnTo>
                  <a:pt x="0" y="19050"/>
                </a:lnTo>
                <a:lnTo>
                  <a:pt x="5943600" y="19050"/>
                </a:lnTo>
                <a:lnTo>
                  <a:pt x="5943600" y="0"/>
                </a:lnTo>
                <a:close/>
              </a:path>
            </a:pathLst>
          </a:custGeom>
          <a:solidFill>
            <a:srgbClr val="494F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00062" y="5905499"/>
            <a:ext cx="5944235" cy="800735"/>
          </a:xfrm>
          <a:custGeom>
            <a:avLst/>
            <a:gdLst/>
            <a:ahLst/>
            <a:cxnLst/>
            <a:rect l="l" t="t" r="r" b="b"/>
            <a:pathLst>
              <a:path w="5944234" h="800734">
                <a:moveTo>
                  <a:pt x="5943612" y="56070"/>
                </a:moveTo>
                <a:lnTo>
                  <a:pt x="5943600" y="55943"/>
                </a:lnTo>
                <a:lnTo>
                  <a:pt x="5943600" y="52070"/>
                </a:lnTo>
                <a:lnTo>
                  <a:pt x="5942076" y="44411"/>
                </a:lnTo>
                <a:lnTo>
                  <a:pt x="5940603" y="40881"/>
                </a:lnTo>
                <a:lnTo>
                  <a:pt x="5940552" y="40678"/>
                </a:lnTo>
                <a:lnTo>
                  <a:pt x="5937529" y="33413"/>
                </a:lnTo>
                <a:lnTo>
                  <a:pt x="5935980" y="29705"/>
                </a:lnTo>
                <a:lnTo>
                  <a:pt x="5931649" y="23215"/>
                </a:lnTo>
                <a:lnTo>
                  <a:pt x="5928931" y="20510"/>
                </a:lnTo>
                <a:lnTo>
                  <a:pt x="5928817" y="20358"/>
                </a:lnTo>
                <a:lnTo>
                  <a:pt x="5923242" y="14795"/>
                </a:lnTo>
                <a:lnTo>
                  <a:pt x="5920397" y="11963"/>
                </a:lnTo>
                <a:lnTo>
                  <a:pt x="5913907" y="7620"/>
                </a:lnTo>
                <a:lnTo>
                  <a:pt x="5910377" y="6172"/>
                </a:lnTo>
                <a:lnTo>
                  <a:pt x="5910211" y="6070"/>
                </a:lnTo>
                <a:lnTo>
                  <a:pt x="5902922" y="3060"/>
                </a:lnTo>
                <a:lnTo>
                  <a:pt x="5902782" y="3022"/>
                </a:lnTo>
                <a:lnTo>
                  <a:pt x="5899201" y="1536"/>
                </a:lnTo>
                <a:lnTo>
                  <a:pt x="5891555" y="12"/>
                </a:lnTo>
                <a:lnTo>
                  <a:pt x="5887656" y="12"/>
                </a:lnTo>
                <a:lnTo>
                  <a:pt x="56070" y="0"/>
                </a:lnTo>
                <a:lnTo>
                  <a:pt x="55943" y="12"/>
                </a:lnTo>
                <a:lnTo>
                  <a:pt x="52057" y="12"/>
                </a:lnTo>
                <a:lnTo>
                  <a:pt x="44399" y="1536"/>
                </a:lnTo>
                <a:lnTo>
                  <a:pt x="40779" y="3035"/>
                </a:lnTo>
                <a:lnTo>
                  <a:pt x="33413" y="6070"/>
                </a:lnTo>
                <a:lnTo>
                  <a:pt x="29692" y="7620"/>
                </a:lnTo>
                <a:lnTo>
                  <a:pt x="23202" y="11963"/>
                </a:lnTo>
                <a:lnTo>
                  <a:pt x="20370" y="14795"/>
                </a:lnTo>
                <a:lnTo>
                  <a:pt x="14795" y="20358"/>
                </a:lnTo>
                <a:lnTo>
                  <a:pt x="11950" y="23215"/>
                </a:lnTo>
                <a:lnTo>
                  <a:pt x="7620" y="29705"/>
                </a:lnTo>
                <a:lnTo>
                  <a:pt x="6083" y="33413"/>
                </a:lnTo>
                <a:lnTo>
                  <a:pt x="3073" y="40678"/>
                </a:lnTo>
                <a:lnTo>
                  <a:pt x="1524" y="44411"/>
                </a:lnTo>
                <a:lnTo>
                  <a:pt x="0" y="52070"/>
                </a:lnTo>
                <a:lnTo>
                  <a:pt x="0" y="748068"/>
                </a:lnTo>
                <a:lnTo>
                  <a:pt x="1524" y="755713"/>
                </a:lnTo>
                <a:lnTo>
                  <a:pt x="7620" y="770420"/>
                </a:lnTo>
                <a:lnTo>
                  <a:pt x="11950" y="776909"/>
                </a:lnTo>
                <a:lnTo>
                  <a:pt x="14795" y="779754"/>
                </a:lnTo>
                <a:lnTo>
                  <a:pt x="23202" y="788162"/>
                </a:lnTo>
                <a:lnTo>
                  <a:pt x="29692" y="792492"/>
                </a:lnTo>
                <a:lnTo>
                  <a:pt x="33350" y="794016"/>
                </a:lnTo>
                <a:lnTo>
                  <a:pt x="40690" y="797052"/>
                </a:lnTo>
                <a:lnTo>
                  <a:pt x="44399" y="798588"/>
                </a:lnTo>
                <a:lnTo>
                  <a:pt x="52057" y="800112"/>
                </a:lnTo>
                <a:lnTo>
                  <a:pt x="5891555" y="800112"/>
                </a:lnTo>
                <a:lnTo>
                  <a:pt x="5899201" y="798588"/>
                </a:lnTo>
                <a:lnTo>
                  <a:pt x="5902871" y="797077"/>
                </a:lnTo>
                <a:lnTo>
                  <a:pt x="5910211" y="794042"/>
                </a:lnTo>
                <a:lnTo>
                  <a:pt x="5910351" y="793965"/>
                </a:lnTo>
                <a:lnTo>
                  <a:pt x="5913907" y="792492"/>
                </a:lnTo>
                <a:lnTo>
                  <a:pt x="5920397" y="788162"/>
                </a:lnTo>
                <a:lnTo>
                  <a:pt x="5926023" y="782535"/>
                </a:lnTo>
                <a:lnTo>
                  <a:pt x="5928817" y="779754"/>
                </a:lnTo>
                <a:lnTo>
                  <a:pt x="5931649" y="776909"/>
                </a:lnTo>
                <a:lnTo>
                  <a:pt x="5935980" y="770420"/>
                </a:lnTo>
                <a:lnTo>
                  <a:pt x="5937491" y="766762"/>
                </a:lnTo>
                <a:lnTo>
                  <a:pt x="5940552" y="759434"/>
                </a:lnTo>
                <a:lnTo>
                  <a:pt x="5940590" y="759282"/>
                </a:lnTo>
                <a:lnTo>
                  <a:pt x="5942076" y="755713"/>
                </a:lnTo>
                <a:lnTo>
                  <a:pt x="5943600" y="748068"/>
                </a:lnTo>
                <a:lnTo>
                  <a:pt x="5943600" y="744169"/>
                </a:lnTo>
                <a:lnTo>
                  <a:pt x="5943612" y="744029"/>
                </a:lnTo>
                <a:lnTo>
                  <a:pt x="5943612" y="5607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0075" y="4943474"/>
            <a:ext cx="5943600" cy="19050"/>
          </a:xfrm>
          <a:custGeom>
            <a:avLst/>
            <a:gdLst/>
            <a:ahLst/>
            <a:cxnLst/>
            <a:rect l="l" t="t" r="r" b="b"/>
            <a:pathLst>
              <a:path w="5943600" h="19050">
                <a:moveTo>
                  <a:pt x="5943600" y="0"/>
                </a:moveTo>
                <a:lnTo>
                  <a:pt x="0" y="0"/>
                </a:lnTo>
                <a:lnTo>
                  <a:pt x="0" y="19050"/>
                </a:lnTo>
                <a:lnTo>
                  <a:pt x="5943600" y="19050"/>
                </a:lnTo>
                <a:lnTo>
                  <a:pt x="5943600" y="0"/>
                </a:lnTo>
                <a:close/>
              </a:path>
            </a:pathLst>
          </a:custGeom>
          <a:solidFill>
            <a:srgbClr val="494F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00062" y="8239124"/>
            <a:ext cx="5944235" cy="810260"/>
          </a:xfrm>
          <a:custGeom>
            <a:avLst/>
            <a:gdLst/>
            <a:ahLst/>
            <a:cxnLst/>
            <a:rect l="l" t="t" r="r" b="b"/>
            <a:pathLst>
              <a:path w="5944234" h="810259">
                <a:moveTo>
                  <a:pt x="5943612" y="56070"/>
                </a:moveTo>
                <a:lnTo>
                  <a:pt x="5943600" y="55943"/>
                </a:lnTo>
                <a:lnTo>
                  <a:pt x="5943600" y="52057"/>
                </a:lnTo>
                <a:lnTo>
                  <a:pt x="5942076" y="44399"/>
                </a:lnTo>
                <a:lnTo>
                  <a:pt x="5940590" y="40855"/>
                </a:lnTo>
                <a:lnTo>
                  <a:pt x="5940552" y="40678"/>
                </a:lnTo>
                <a:lnTo>
                  <a:pt x="5937529" y="33401"/>
                </a:lnTo>
                <a:lnTo>
                  <a:pt x="5937453" y="33274"/>
                </a:lnTo>
                <a:lnTo>
                  <a:pt x="5935980" y="29705"/>
                </a:lnTo>
                <a:lnTo>
                  <a:pt x="5931649" y="23215"/>
                </a:lnTo>
                <a:lnTo>
                  <a:pt x="5928931" y="20510"/>
                </a:lnTo>
                <a:lnTo>
                  <a:pt x="5928817" y="20358"/>
                </a:lnTo>
                <a:lnTo>
                  <a:pt x="5923242" y="14795"/>
                </a:lnTo>
                <a:lnTo>
                  <a:pt x="5920397" y="11963"/>
                </a:lnTo>
                <a:lnTo>
                  <a:pt x="5913907" y="7620"/>
                </a:lnTo>
                <a:lnTo>
                  <a:pt x="5910377" y="6172"/>
                </a:lnTo>
                <a:lnTo>
                  <a:pt x="5910211" y="6070"/>
                </a:lnTo>
                <a:lnTo>
                  <a:pt x="5902922" y="3060"/>
                </a:lnTo>
                <a:lnTo>
                  <a:pt x="5902769" y="3022"/>
                </a:lnTo>
                <a:lnTo>
                  <a:pt x="5899201" y="1536"/>
                </a:lnTo>
                <a:lnTo>
                  <a:pt x="5891555" y="12"/>
                </a:lnTo>
                <a:lnTo>
                  <a:pt x="5887669" y="12"/>
                </a:lnTo>
                <a:lnTo>
                  <a:pt x="5887542" y="0"/>
                </a:lnTo>
                <a:lnTo>
                  <a:pt x="56070" y="0"/>
                </a:lnTo>
                <a:lnTo>
                  <a:pt x="55930" y="12"/>
                </a:lnTo>
                <a:lnTo>
                  <a:pt x="52057" y="12"/>
                </a:lnTo>
                <a:lnTo>
                  <a:pt x="44399" y="1536"/>
                </a:lnTo>
                <a:lnTo>
                  <a:pt x="40779" y="3035"/>
                </a:lnTo>
                <a:lnTo>
                  <a:pt x="33413" y="6070"/>
                </a:lnTo>
                <a:lnTo>
                  <a:pt x="29692" y="7620"/>
                </a:lnTo>
                <a:lnTo>
                  <a:pt x="23202" y="11963"/>
                </a:lnTo>
                <a:lnTo>
                  <a:pt x="20370" y="14795"/>
                </a:lnTo>
                <a:lnTo>
                  <a:pt x="14795" y="20358"/>
                </a:lnTo>
                <a:lnTo>
                  <a:pt x="11950" y="23215"/>
                </a:lnTo>
                <a:lnTo>
                  <a:pt x="7620" y="29705"/>
                </a:lnTo>
                <a:lnTo>
                  <a:pt x="6096" y="33375"/>
                </a:lnTo>
                <a:lnTo>
                  <a:pt x="4927" y="36182"/>
                </a:lnTo>
                <a:lnTo>
                  <a:pt x="1524" y="44399"/>
                </a:lnTo>
                <a:lnTo>
                  <a:pt x="0" y="52057"/>
                </a:lnTo>
                <a:lnTo>
                  <a:pt x="0" y="757593"/>
                </a:lnTo>
                <a:lnTo>
                  <a:pt x="23202" y="797687"/>
                </a:lnTo>
                <a:lnTo>
                  <a:pt x="52057" y="809637"/>
                </a:lnTo>
                <a:lnTo>
                  <a:pt x="56070" y="809637"/>
                </a:lnTo>
                <a:lnTo>
                  <a:pt x="5887542" y="809637"/>
                </a:lnTo>
                <a:lnTo>
                  <a:pt x="5891555" y="809637"/>
                </a:lnTo>
                <a:lnTo>
                  <a:pt x="5899201" y="808113"/>
                </a:lnTo>
                <a:lnTo>
                  <a:pt x="5907227" y="804786"/>
                </a:lnTo>
                <a:lnTo>
                  <a:pt x="5910211" y="803554"/>
                </a:lnTo>
                <a:lnTo>
                  <a:pt x="5913907" y="802017"/>
                </a:lnTo>
                <a:lnTo>
                  <a:pt x="5920397" y="797687"/>
                </a:lnTo>
                <a:lnTo>
                  <a:pt x="5928817" y="789266"/>
                </a:lnTo>
                <a:lnTo>
                  <a:pt x="5931649" y="786434"/>
                </a:lnTo>
                <a:lnTo>
                  <a:pt x="5935980" y="779945"/>
                </a:lnTo>
                <a:lnTo>
                  <a:pt x="5937491" y="776287"/>
                </a:lnTo>
                <a:lnTo>
                  <a:pt x="5940552" y="768946"/>
                </a:lnTo>
                <a:lnTo>
                  <a:pt x="5942076" y="765238"/>
                </a:lnTo>
                <a:lnTo>
                  <a:pt x="5943600" y="757593"/>
                </a:lnTo>
                <a:lnTo>
                  <a:pt x="5943600" y="753694"/>
                </a:lnTo>
                <a:lnTo>
                  <a:pt x="5943612" y="753554"/>
                </a:lnTo>
                <a:lnTo>
                  <a:pt x="5943612" y="5607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0075" y="7277100"/>
            <a:ext cx="5943600" cy="19050"/>
          </a:xfrm>
          <a:custGeom>
            <a:avLst/>
            <a:gdLst/>
            <a:ahLst/>
            <a:cxnLst/>
            <a:rect l="l" t="t" r="r" b="b"/>
            <a:pathLst>
              <a:path w="5943600" h="19050">
                <a:moveTo>
                  <a:pt x="5943600" y="0"/>
                </a:moveTo>
                <a:lnTo>
                  <a:pt x="0" y="0"/>
                </a:lnTo>
                <a:lnTo>
                  <a:pt x="0" y="19050"/>
                </a:lnTo>
                <a:lnTo>
                  <a:pt x="5943600" y="19050"/>
                </a:lnTo>
                <a:lnTo>
                  <a:pt x="5943600" y="0"/>
                </a:lnTo>
                <a:close/>
              </a:path>
            </a:pathLst>
          </a:custGeom>
          <a:solidFill>
            <a:srgbClr val="494F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0062" y="10582275"/>
            <a:ext cx="5944235" cy="800100"/>
          </a:xfrm>
          <a:custGeom>
            <a:avLst/>
            <a:gdLst/>
            <a:ahLst/>
            <a:cxnLst/>
            <a:rect l="l" t="t" r="r" b="b"/>
            <a:pathLst>
              <a:path w="5944234" h="800100">
                <a:moveTo>
                  <a:pt x="5943612" y="56070"/>
                </a:moveTo>
                <a:lnTo>
                  <a:pt x="5943600" y="55943"/>
                </a:lnTo>
                <a:lnTo>
                  <a:pt x="5943600" y="52057"/>
                </a:lnTo>
                <a:lnTo>
                  <a:pt x="5942076" y="44399"/>
                </a:lnTo>
                <a:lnTo>
                  <a:pt x="5940590" y="40855"/>
                </a:lnTo>
                <a:lnTo>
                  <a:pt x="5940552" y="40678"/>
                </a:lnTo>
                <a:lnTo>
                  <a:pt x="5937529" y="33401"/>
                </a:lnTo>
                <a:lnTo>
                  <a:pt x="5937453" y="33274"/>
                </a:lnTo>
                <a:lnTo>
                  <a:pt x="5935980" y="29705"/>
                </a:lnTo>
                <a:lnTo>
                  <a:pt x="5931649" y="23215"/>
                </a:lnTo>
                <a:lnTo>
                  <a:pt x="5928931" y="20510"/>
                </a:lnTo>
                <a:lnTo>
                  <a:pt x="5928817" y="20358"/>
                </a:lnTo>
                <a:lnTo>
                  <a:pt x="5923242" y="14795"/>
                </a:lnTo>
                <a:lnTo>
                  <a:pt x="5920397" y="11963"/>
                </a:lnTo>
                <a:lnTo>
                  <a:pt x="5913907" y="7620"/>
                </a:lnTo>
                <a:lnTo>
                  <a:pt x="5910377" y="6172"/>
                </a:lnTo>
                <a:lnTo>
                  <a:pt x="5910211" y="6070"/>
                </a:lnTo>
                <a:lnTo>
                  <a:pt x="5902922" y="3060"/>
                </a:lnTo>
                <a:lnTo>
                  <a:pt x="5902769" y="3022"/>
                </a:lnTo>
                <a:lnTo>
                  <a:pt x="5899201" y="1536"/>
                </a:lnTo>
                <a:lnTo>
                  <a:pt x="5891555" y="12"/>
                </a:lnTo>
                <a:lnTo>
                  <a:pt x="5887669" y="12"/>
                </a:lnTo>
                <a:lnTo>
                  <a:pt x="5887542" y="0"/>
                </a:lnTo>
                <a:lnTo>
                  <a:pt x="56070" y="0"/>
                </a:lnTo>
                <a:lnTo>
                  <a:pt x="55930" y="12"/>
                </a:lnTo>
                <a:lnTo>
                  <a:pt x="52057" y="12"/>
                </a:lnTo>
                <a:lnTo>
                  <a:pt x="44399" y="1536"/>
                </a:lnTo>
                <a:lnTo>
                  <a:pt x="40779" y="3035"/>
                </a:lnTo>
                <a:lnTo>
                  <a:pt x="33413" y="6070"/>
                </a:lnTo>
                <a:lnTo>
                  <a:pt x="29692" y="7620"/>
                </a:lnTo>
                <a:lnTo>
                  <a:pt x="23202" y="11963"/>
                </a:lnTo>
                <a:lnTo>
                  <a:pt x="20434" y="14732"/>
                </a:lnTo>
                <a:lnTo>
                  <a:pt x="14795" y="20358"/>
                </a:lnTo>
                <a:lnTo>
                  <a:pt x="11950" y="23215"/>
                </a:lnTo>
                <a:lnTo>
                  <a:pt x="7620" y="29705"/>
                </a:lnTo>
                <a:lnTo>
                  <a:pt x="6096" y="33375"/>
                </a:lnTo>
                <a:lnTo>
                  <a:pt x="4927" y="36182"/>
                </a:lnTo>
                <a:lnTo>
                  <a:pt x="1524" y="44399"/>
                </a:lnTo>
                <a:lnTo>
                  <a:pt x="0" y="52057"/>
                </a:lnTo>
                <a:lnTo>
                  <a:pt x="0" y="748055"/>
                </a:lnTo>
                <a:lnTo>
                  <a:pt x="1524" y="755713"/>
                </a:lnTo>
                <a:lnTo>
                  <a:pt x="7620" y="770407"/>
                </a:lnTo>
                <a:lnTo>
                  <a:pt x="11950" y="776897"/>
                </a:lnTo>
                <a:lnTo>
                  <a:pt x="14795" y="779741"/>
                </a:lnTo>
                <a:lnTo>
                  <a:pt x="20370" y="785317"/>
                </a:lnTo>
                <a:lnTo>
                  <a:pt x="23202" y="788149"/>
                </a:lnTo>
                <a:lnTo>
                  <a:pt x="29692" y="792492"/>
                </a:lnTo>
                <a:lnTo>
                  <a:pt x="34874" y="794639"/>
                </a:lnTo>
                <a:lnTo>
                  <a:pt x="40690" y="797052"/>
                </a:lnTo>
                <a:lnTo>
                  <a:pt x="44399" y="798576"/>
                </a:lnTo>
                <a:lnTo>
                  <a:pt x="52057" y="800100"/>
                </a:lnTo>
                <a:lnTo>
                  <a:pt x="56070" y="800100"/>
                </a:lnTo>
                <a:lnTo>
                  <a:pt x="5887542" y="800100"/>
                </a:lnTo>
                <a:lnTo>
                  <a:pt x="5891555" y="800100"/>
                </a:lnTo>
                <a:lnTo>
                  <a:pt x="5899201" y="798576"/>
                </a:lnTo>
                <a:lnTo>
                  <a:pt x="5902782" y="797102"/>
                </a:lnTo>
                <a:lnTo>
                  <a:pt x="5902922" y="797052"/>
                </a:lnTo>
                <a:lnTo>
                  <a:pt x="5910211" y="794029"/>
                </a:lnTo>
                <a:lnTo>
                  <a:pt x="5913907" y="792492"/>
                </a:lnTo>
                <a:lnTo>
                  <a:pt x="5920397" y="788149"/>
                </a:lnTo>
                <a:lnTo>
                  <a:pt x="5923165" y="785380"/>
                </a:lnTo>
                <a:lnTo>
                  <a:pt x="5928817" y="779741"/>
                </a:lnTo>
                <a:lnTo>
                  <a:pt x="5931649" y="776897"/>
                </a:lnTo>
                <a:lnTo>
                  <a:pt x="5935980" y="770407"/>
                </a:lnTo>
                <a:lnTo>
                  <a:pt x="5937478" y="766800"/>
                </a:lnTo>
                <a:lnTo>
                  <a:pt x="5940552" y="759421"/>
                </a:lnTo>
                <a:lnTo>
                  <a:pt x="5942076" y="755713"/>
                </a:lnTo>
                <a:lnTo>
                  <a:pt x="5943600" y="748055"/>
                </a:lnTo>
                <a:lnTo>
                  <a:pt x="5943600" y="744169"/>
                </a:lnTo>
                <a:lnTo>
                  <a:pt x="5943612" y="744029"/>
                </a:lnTo>
                <a:lnTo>
                  <a:pt x="5943612" y="5607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0075" y="9620250"/>
            <a:ext cx="5943600" cy="19050"/>
          </a:xfrm>
          <a:custGeom>
            <a:avLst/>
            <a:gdLst/>
            <a:ahLst/>
            <a:cxnLst/>
            <a:rect l="l" t="t" r="r" b="b"/>
            <a:pathLst>
              <a:path w="5943600" h="19050">
                <a:moveTo>
                  <a:pt x="5943600" y="0"/>
                </a:moveTo>
                <a:lnTo>
                  <a:pt x="0" y="0"/>
                </a:lnTo>
                <a:lnTo>
                  <a:pt x="0" y="19050"/>
                </a:lnTo>
                <a:lnTo>
                  <a:pt x="5943600" y="19050"/>
                </a:lnTo>
                <a:lnTo>
                  <a:pt x="5943600" y="0"/>
                </a:lnTo>
                <a:close/>
              </a:path>
            </a:pathLst>
          </a:custGeom>
          <a:solidFill>
            <a:srgbClr val="494F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71450" y="1536064"/>
            <a:ext cx="5830570" cy="9693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 marR="5080">
              <a:lnSpc>
                <a:spcPct val="129600"/>
              </a:lnSpc>
              <a:spcBef>
                <a:spcPts val="100"/>
              </a:spcBef>
            </a:pP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program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interacts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with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user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collect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necessary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employee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details,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which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are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then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stored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in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declared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variables.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350">
              <a:latin typeface="Verdana"/>
              <a:cs typeface="Verdana"/>
            </a:endParaRPr>
          </a:p>
          <a:p>
            <a:pPr marL="32384">
              <a:lnSpc>
                <a:spcPct val="100000"/>
              </a:lnSpc>
              <a:spcBef>
                <a:spcPts val="5"/>
              </a:spcBef>
            </a:pPr>
            <a:r>
              <a:rPr dirty="0" sz="1350" spc="-25">
                <a:solidFill>
                  <a:srgbClr val="262424"/>
                </a:solidFill>
                <a:latin typeface="Tahoma"/>
                <a:cs typeface="Tahoma"/>
              </a:rPr>
              <a:t>01</a:t>
            </a:r>
            <a:endParaRPr sz="135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  <a:spcBef>
                <a:spcPts val="1605"/>
              </a:spcBef>
            </a:pPr>
            <a:r>
              <a:rPr dirty="0" sz="1650" spc="-55" b="1">
                <a:solidFill>
                  <a:srgbClr val="262424"/>
                </a:solidFill>
                <a:latin typeface="Tahoma"/>
                <a:cs typeface="Tahoma"/>
              </a:rPr>
              <a:t>Employee</a:t>
            </a:r>
            <a:r>
              <a:rPr dirty="0" sz="1650" spc="-12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650" spc="-25" b="1">
                <a:solidFill>
                  <a:srgbClr val="262424"/>
                </a:solidFill>
                <a:latin typeface="Tahoma"/>
                <a:cs typeface="Tahoma"/>
              </a:rPr>
              <a:t>ID</a:t>
            </a:r>
            <a:endParaRPr sz="165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  <a:spcBef>
                <a:spcPts val="1095"/>
              </a:spcBef>
            </a:pP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Unique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numeric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identifier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each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employee.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350">
              <a:latin typeface="Verdana"/>
              <a:cs typeface="Verdana"/>
            </a:endParaRPr>
          </a:p>
          <a:p>
            <a:pPr marL="191135" marR="3442335">
              <a:lnSpc>
                <a:spcPct val="134300"/>
              </a:lnSpc>
            </a:pP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printf("Enter</a:t>
            </a:r>
            <a:r>
              <a:rPr dirty="0" sz="1350" spc="-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Employee</a:t>
            </a:r>
            <a:r>
              <a:rPr dirty="0" sz="1350" spc="-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Tahoma"/>
                <a:cs typeface="Tahoma"/>
              </a:rPr>
              <a:t>ID:</a:t>
            </a:r>
            <a:r>
              <a:rPr dirty="0" sz="1350" spc="-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Tahoma"/>
                <a:cs typeface="Tahoma"/>
              </a:rPr>
              <a:t>"); </a:t>
            </a:r>
            <a:r>
              <a:rPr dirty="0" sz="1350" spc="-45">
                <a:solidFill>
                  <a:srgbClr val="262424"/>
                </a:solidFill>
                <a:latin typeface="Tahoma"/>
                <a:cs typeface="Tahoma"/>
              </a:rPr>
              <a:t>scanf("%d", 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&amp;id);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350">
              <a:latin typeface="Tahoma"/>
              <a:cs typeface="Tahoma"/>
            </a:endParaRPr>
          </a:p>
          <a:p>
            <a:pPr marL="13335">
              <a:lnSpc>
                <a:spcPct val="100000"/>
              </a:lnSpc>
              <a:spcBef>
                <a:spcPts val="5"/>
              </a:spcBef>
            </a:pP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02</a:t>
            </a:r>
            <a:endParaRPr sz="135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  <a:spcBef>
                <a:spcPts val="1605"/>
              </a:spcBef>
            </a:pPr>
            <a:r>
              <a:rPr dirty="0" sz="1650" spc="-55" b="1">
                <a:solidFill>
                  <a:srgbClr val="262424"/>
                </a:solidFill>
                <a:latin typeface="Tahoma"/>
                <a:cs typeface="Tahoma"/>
              </a:rPr>
              <a:t>Employee</a:t>
            </a:r>
            <a:r>
              <a:rPr dirty="0" sz="1650" spc="-12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262424"/>
                </a:solidFill>
                <a:latin typeface="Tahoma"/>
                <a:cs typeface="Tahoma"/>
              </a:rPr>
              <a:t>Name</a:t>
            </a:r>
            <a:endParaRPr sz="165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  <a:spcBef>
                <a:spcPts val="1095"/>
              </a:spcBef>
            </a:pP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Full</a:t>
            </a:r>
            <a:r>
              <a:rPr dirty="0" sz="1350" spc="-13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name</a:t>
            </a:r>
            <a:r>
              <a:rPr dirty="0" sz="1350" spc="-13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of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3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employee.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350">
              <a:latin typeface="Verdana"/>
              <a:cs typeface="Verdana"/>
            </a:endParaRPr>
          </a:p>
          <a:p>
            <a:pPr marL="191135" marR="3141980">
              <a:lnSpc>
                <a:spcPct val="134300"/>
              </a:lnSpc>
            </a:pP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printf("Enter</a:t>
            </a:r>
            <a:r>
              <a:rPr dirty="0" sz="1350" spc="-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Employee</a:t>
            </a:r>
            <a:r>
              <a:rPr dirty="0" sz="1350" spc="-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Name:</a:t>
            </a:r>
            <a:r>
              <a:rPr dirty="0" sz="1350" spc="-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Tahoma"/>
                <a:cs typeface="Tahoma"/>
              </a:rPr>
              <a:t>"); </a:t>
            </a:r>
            <a:r>
              <a:rPr dirty="0" sz="1350" spc="-50">
                <a:solidFill>
                  <a:srgbClr val="262424"/>
                </a:solidFill>
                <a:latin typeface="Tahoma"/>
                <a:cs typeface="Tahoma"/>
              </a:rPr>
              <a:t>scanf("%s",</a:t>
            </a:r>
            <a:r>
              <a:rPr dirty="0" sz="1350" spc="-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name);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350">
              <a:latin typeface="Tahoma"/>
              <a:cs typeface="Tahoma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03</a:t>
            </a:r>
            <a:endParaRPr sz="135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  <a:spcBef>
                <a:spcPts val="1530"/>
              </a:spcBef>
            </a:pPr>
            <a:r>
              <a:rPr dirty="0" sz="1650" spc="-10" b="1">
                <a:solidFill>
                  <a:srgbClr val="262424"/>
                </a:solidFill>
                <a:latin typeface="Tahoma"/>
                <a:cs typeface="Tahoma"/>
              </a:rPr>
              <a:t>Department</a:t>
            </a:r>
            <a:endParaRPr sz="165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  <a:spcBef>
                <a:spcPts val="1095"/>
              </a:spcBef>
            </a:pP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department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employee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belongs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to.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350">
              <a:latin typeface="Verdana"/>
              <a:cs typeface="Verdana"/>
            </a:endParaRPr>
          </a:p>
          <a:p>
            <a:pPr marL="191135" marR="3466465">
              <a:lnSpc>
                <a:spcPct val="134300"/>
              </a:lnSpc>
            </a:pP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printf("Enter</a:t>
            </a:r>
            <a:r>
              <a:rPr dirty="0" sz="1350" spc="-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Department:</a:t>
            </a:r>
            <a:r>
              <a:rPr dirty="0" sz="1350" spc="-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Tahoma"/>
                <a:cs typeface="Tahoma"/>
              </a:rPr>
              <a:t>"); </a:t>
            </a:r>
            <a:r>
              <a:rPr dirty="0" sz="1350" spc="-50">
                <a:solidFill>
                  <a:srgbClr val="262424"/>
                </a:solidFill>
                <a:latin typeface="Tahoma"/>
                <a:cs typeface="Tahoma"/>
              </a:rPr>
              <a:t>scanf("%s",</a:t>
            </a:r>
            <a:r>
              <a:rPr dirty="0" sz="1350" spc="-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department);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50" spc="55">
                <a:solidFill>
                  <a:srgbClr val="262424"/>
                </a:solidFill>
                <a:latin typeface="Tahoma"/>
                <a:cs typeface="Tahoma"/>
              </a:rPr>
              <a:t>04</a:t>
            </a:r>
            <a:endParaRPr sz="135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  <a:spcBef>
                <a:spcPts val="1605"/>
              </a:spcBef>
            </a:pPr>
            <a:r>
              <a:rPr dirty="0" sz="1650" spc="-25" b="1">
                <a:solidFill>
                  <a:srgbClr val="262424"/>
                </a:solidFill>
                <a:latin typeface="Tahoma"/>
                <a:cs typeface="Tahoma"/>
              </a:rPr>
              <a:t>Basic</a:t>
            </a:r>
            <a:r>
              <a:rPr dirty="0" sz="1650" spc="-15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Tahoma"/>
                <a:cs typeface="Tahoma"/>
              </a:rPr>
              <a:t>Salary</a:t>
            </a:r>
            <a:endParaRPr sz="165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  <a:spcBef>
                <a:spcPts val="1095"/>
              </a:spcBef>
            </a:pP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base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remuneration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before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any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additions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or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deductions.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350">
              <a:latin typeface="Verdana"/>
              <a:cs typeface="Verdana"/>
            </a:endParaRPr>
          </a:p>
          <a:p>
            <a:pPr marL="191135" marR="3504565">
              <a:lnSpc>
                <a:spcPct val="134300"/>
              </a:lnSpc>
            </a:pP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printf("Enter</a:t>
            </a:r>
            <a:r>
              <a:rPr dirty="0" sz="1350" spc="-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Basic</a:t>
            </a:r>
            <a:r>
              <a:rPr dirty="0" sz="1350" spc="-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Salary:</a:t>
            </a:r>
            <a:r>
              <a:rPr dirty="0" sz="1350" spc="-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Tahoma"/>
                <a:cs typeface="Tahoma"/>
              </a:rPr>
              <a:t>"); </a:t>
            </a:r>
            <a:r>
              <a:rPr dirty="0" sz="1350" spc="-50">
                <a:solidFill>
                  <a:srgbClr val="262424"/>
                </a:solidFill>
                <a:latin typeface="Tahoma"/>
                <a:cs typeface="Tahoma"/>
              </a:rPr>
              <a:t>scanf("%f",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&amp;basic);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Payroll</a:t>
            </a:r>
            <a:r>
              <a:rPr dirty="0" spc="-260"/>
              <a:t> </a:t>
            </a:r>
            <a:r>
              <a:rPr dirty="0" spc="-105"/>
              <a:t>Components:</a:t>
            </a:r>
            <a:r>
              <a:rPr dirty="0" spc="-260"/>
              <a:t> </a:t>
            </a:r>
            <a:r>
              <a:rPr dirty="0" spc="-90"/>
              <a:t>Dissecting</a:t>
            </a:r>
            <a:r>
              <a:rPr dirty="0" spc="-260"/>
              <a:t> </a:t>
            </a:r>
            <a:r>
              <a:rPr dirty="0" spc="-95"/>
              <a:t>Salary</a:t>
            </a:r>
            <a:r>
              <a:rPr dirty="0" spc="-260"/>
              <a:t> </a:t>
            </a:r>
            <a:r>
              <a:rPr dirty="0" spc="-50"/>
              <a:t>Calculations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1587500"/>
            <a:ext cx="87991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typical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payroll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system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involves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several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components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that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make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up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an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employee's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total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earnings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deductions.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23120" y="2046695"/>
            <a:ext cx="1746250" cy="1746250"/>
            <a:chOff x="3923120" y="2046695"/>
            <a:chExt cx="1746250" cy="1746250"/>
          </a:xfrm>
        </p:grpSpPr>
        <p:sp>
          <p:nvSpPr>
            <p:cNvPr id="5" name="object 5"/>
            <p:cNvSpPr/>
            <p:nvPr/>
          </p:nvSpPr>
          <p:spPr>
            <a:xfrm>
              <a:off x="3928478" y="2052053"/>
              <a:ext cx="1736089" cy="1736089"/>
            </a:xfrm>
            <a:custGeom>
              <a:avLst/>
              <a:gdLst/>
              <a:ahLst/>
              <a:cxnLst/>
              <a:rect l="l" t="t" r="r" b="b"/>
              <a:pathLst>
                <a:path w="1736089" h="1736089">
                  <a:moveTo>
                    <a:pt x="1663738" y="0"/>
                  </a:moveTo>
                  <a:lnTo>
                    <a:pt x="1619010" y="3627"/>
                  </a:lnTo>
                  <a:lnTo>
                    <a:pt x="1579270" y="7797"/>
                  </a:lnTo>
                  <a:lnTo>
                    <a:pt x="1539633" y="12853"/>
                  </a:lnTo>
                  <a:lnTo>
                    <a:pt x="1500111" y="18796"/>
                  </a:lnTo>
                  <a:lnTo>
                    <a:pt x="1460742" y="25615"/>
                  </a:lnTo>
                  <a:lnTo>
                    <a:pt x="1421536" y="33312"/>
                  </a:lnTo>
                  <a:lnTo>
                    <a:pt x="1382504" y="41883"/>
                  </a:lnTo>
                  <a:lnTo>
                    <a:pt x="1343672" y="51320"/>
                  </a:lnTo>
                  <a:lnTo>
                    <a:pt x="1305066" y="61629"/>
                  </a:lnTo>
                  <a:lnTo>
                    <a:pt x="1266698" y="72796"/>
                  </a:lnTo>
                  <a:lnTo>
                    <a:pt x="1228586" y="84816"/>
                  </a:lnTo>
                  <a:lnTo>
                    <a:pt x="1190752" y="97675"/>
                  </a:lnTo>
                  <a:lnTo>
                    <a:pt x="1153223" y="111385"/>
                  </a:lnTo>
                  <a:lnTo>
                    <a:pt x="1115999" y="125933"/>
                  </a:lnTo>
                  <a:lnTo>
                    <a:pt x="1079109" y="141297"/>
                  </a:lnTo>
                  <a:lnTo>
                    <a:pt x="1042581" y="157480"/>
                  </a:lnTo>
                  <a:lnTo>
                    <a:pt x="1006417" y="174480"/>
                  </a:lnTo>
                  <a:lnTo>
                    <a:pt x="970635" y="192290"/>
                  </a:lnTo>
                  <a:lnTo>
                    <a:pt x="935272" y="210881"/>
                  </a:lnTo>
                  <a:lnTo>
                    <a:pt x="900328" y="230263"/>
                  </a:lnTo>
                  <a:lnTo>
                    <a:pt x="865822" y="250418"/>
                  </a:lnTo>
                  <a:lnTo>
                    <a:pt x="831773" y="271335"/>
                  </a:lnTo>
                  <a:lnTo>
                    <a:pt x="798207" y="293015"/>
                  </a:lnTo>
                  <a:lnTo>
                    <a:pt x="765136" y="315429"/>
                  </a:lnTo>
                  <a:lnTo>
                    <a:pt x="732561" y="338586"/>
                  </a:lnTo>
                  <a:lnTo>
                    <a:pt x="700519" y="362458"/>
                  </a:lnTo>
                  <a:lnTo>
                    <a:pt x="669015" y="387040"/>
                  </a:lnTo>
                  <a:lnTo>
                    <a:pt x="638073" y="412318"/>
                  </a:lnTo>
                  <a:lnTo>
                    <a:pt x="607698" y="438281"/>
                  </a:lnTo>
                  <a:lnTo>
                    <a:pt x="577913" y="464921"/>
                  </a:lnTo>
                  <a:lnTo>
                    <a:pt x="548724" y="492213"/>
                  </a:lnTo>
                  <a:lnTo>
                    <a:pt x="520153" y="520153"/>
                  </a:lnTo>
                  <a:lnTo>
                    <a:pt x="492213" y="548719"/>
                  </a:lnTo>
                  <a:lnTo>
                    <a:pt x="464921" y="577913"/>
                  </a:lnTo>
                  <a:lnTo>
                    <a:pt x="438286" y="607698"/>
                  </a:lnTo>
                  <a:lnTo>
                    <a:pt x="412318" y="638073"/>
                  </a:lnTo>
                  <a:lnTo>
                    <a:pt x="387040" y="669020"/>
                  </a:lnTo>
                  <a:lnTo>
                    <a:pt x="362458" y="700519"/>
                  </a:lnTo>
                  <a:lnTo>
                    <a:pt x="338586" y="732559"/>
                  </a:lnTo>
                  <a:lnTo>
                    <a:pt x="315429" y="765124"/>
                  </a:lnTo>
                  <a:lnTo>
                    <a:pt x="293015" y="798212"/>
                  </a:lnTo>
                  <a:lnTo>
                    <a:pt x="271335" y="831786"/>
                  </a:lnTo>
                  <a:lnTo>
                    <a:pt x="250418" y="865828"/>
                  </a:lnTo>
                  <a:lnTo>
                    <a:pt x="230263" y="900328"/>
                  </a:lnTo>
                  <a:lnTo>
                    <a:pt x="210881" y="935272"/>
                  </a:lnTo>
                  <a:lnTo>
                    <a:pt x="192290" y="970635"/>
                  </a:lnTo>
                  <a:lnTo>
                    <a:pt x="174480" y="1006413"/>
                  </a:lnTo>
                  <a:lnTo>
                    <a:pt x="157480" y="1042581"/>
                  </a:lnTo>
                  <a:lnTo>
                    <a:pt x="141297" y="1079114"/>
                  </a:lnTo>
                  <a:lnTo>
                    <a:pt x="125933" y="1115999"/>
                  </a:lnTo>
                  <a:lnTo>
                    <a:pt x="111385" y="1153225"/>
                  </a:lnTo>
                  <a:lnTo>
                    <a:pt x="97675" y="1190764"/>
                  </a:lnTo>
                  <a:lnTo>
                    <a:pt x="84816" y="1228588"/>
                  </a:lnTo>
                  <a:lnTo>
                    <a:pt x="72796" y="1266698"/>
                  </a:lnTo>
                  <a:lnTo>
                    <a:pt x="61631" y="1305066"/>
                  </a:lnTo>
                  <a:lnTo>
                    <a:pt x="51333" y="1343672"/>
                  </a:lnTo>
                  <a:lnTo>
                    <a:pt x="41884" y="1382504"/>
                  </a:lnTo>
                  <a:lnTo>
                    <a:pt x="33312" y="1421536"/>
                  </a:lnTo>
                  <a:lnTo>
                    <a:pt x="25615" y="1460744"/>
                  </a:lnTo>
                  <a:lnTo>
                    <a:pt x="18796" y="1500124"/>
                  </a:lnTo>
                  <a:lnTo>
                    <a:pt x="12853" y="1539635"/>
                  </a:lnTo>
                  <a:lnTo>
                    <a:pt x="7797" y="1579270"/>
                  </a:lnTo>
                  <a:lnTo>
                    <a:pt x="3627" y="1619010"/>
                  </a:lnTo>
                  <a:lnTo>
                    <a:pt x="342" y="1658835"/>
                  </a:lnTo>
                  <a:lnTo>
                    <a:pt x="0" y="1663738"/>
                  </a:lnTo>
                  <a:lnTo>
                    <a:pt x="152" y="1668627"/>
                  </a:lnTo>
                  <a:lnTo>
                    <a:pt x="13068" y="1705229"/>
                  </a:lnTo>
                  <a:lnTo>
                    <a:pt x="47701" y="1731543"/>
                  </a:lnTo>
                  <a:lnTo>
                    <a:pt x="66852" y="1735531"/>
                  </a:lnTo>
                  <a:lnTo>
                    <a:pt x="71767" y="1735531"/>
                  </a:lnTo>
                  <a:lnTo>
                    <a:pt x="1016368" y="1735531"/>
                  </a:lnTo>
                  <a:lnTo>
                    <a:pt x="1060869" y="1712798"/>
                  </a:lnTo>
                  <a:lnTo>
                    <a:pt x="1078585" y="1675015"/>
                  </a:lnTo>
                  <a:lnTo>
                    <a:pt x="1080904" y="1661116"/>
                  </a:lnTo>
                  <a:lnTo>
                    <a:pt x="1089494" y="1619732"/>
                  </a:lnTo>
                  <a:lnTo>
                    <a:pt x="1100524" y="1578927"/>
                  </a:lnTo>
                  <a:lnTo>
                    <a:pt x="1113939" y="1538835"/>
                  </a:lnTo>
                  <a:lnTo>
                    <a:pt x="1129699" y="1499604"/>
                  </a:lnTo>
                  <a:lnTo>
                    <a:pt x="1147737" y="1461376"/>
                  </a:lnTo>
                  <a:lnTo>
                    <a:pt x="1168003" y="1424285"/>
                  </a:lnTo>
                  <a:lnTo>
                    <a:pt x="1190429" y="1388446"/>
                  </a:lnTo>
                  <a:lnTo>
                    <a:pt x="1214926" y="1353988"/>
                  </a:lnTo>
                  <a:lnTo>
                    <a:pt x="1241412" y="1321054"/>
                  </a:lnTo>
                  <a:lnTo>
                    <a:pt x="1269794" y="1289725"/>
                  </a:lnTo>
                  <a:lnTo>
                    <a:pt x="1299976" y="1260128"/>
                  </a:lnTo>
                  <a:lnTo>
                    <a:pt x="1331857" y="1232360"/>
                  </a:lnTo>
                  <a:lnTo>
                    <a:pt x="1365313" y="1206525"/>
                  </a:lnTo>
                  <a:lnTo>
                    <a:pt x="1400242" y="1182722"/>
                  </a:lnTo>
                  <a:lnTo>
                    <a:pt x="1436516" y="1161005"/>
                  </a:lnTo>
                  <a:lnTo>
                    <a:pt x="1474004" y="1141471"/>
                  </a:lnTo>
                  <a:lnTo>
                    <a:pt x="1512582" y="1124178"/>
                  </a:lnTo>
                  <a:lnTo>
                    <a:pt x="1552107" y="1109207"/>
                  </a:lnTo>
                  <a:lnTo>
                    <a:pt x="1592453" y="1096581"/>
                  </a:lnTo>
                  <a:lnTo>
                    <a:pt x="1633474" y="1086361"/>
                  </a:lnTo>
                  <a:lnTo>
                    <a:pt x="1675015" y="1078585"/>
                  </a:lnTo>
                  <a:lnTo>
                    <a:pt x="1683448" y="1077252"/>
                  </a:lnTo>
                  <a:lnTo>
                    <a:pt x="1691386" y="1074508"/>
                  </a:lnTo>
                  <a:lnTo>
                    <a:pt x="1723885" y="1047902"/>
                  </a:lnTo>
                  <a:lnTo>
                    <a:pt x="1735531" y="1016368"/>
                  </a:lnTo>
                  <a:lnTo>
                    <a:pt x="1735531" y="66852"/>
                  </a:lnTo>
                  <a:lnTo>
                    <a:pt x="1719541" y="26403"/>
                  </a:lnTo>
                  <a:lnTo>
                    <a:pt x="1683131" y="2603"/>
                  </a:lnTo>
                  <a:lnTo>
                    <a:pt x="1668627" y="152"/>
                  </a:lnTo>
                  <a:lnTo>
                    <a:pt x="1663738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928478" y="2052053"/>
              <a:ext cx="1736089" cy="1736089"/>
            </a:xfrm>
            <a:custGeom>
              <a:avLst/>
              <a:gdLst/>
              <a:ahLst/>
              <a:cxnLst/>
              <a:rect l="l" t="t" r="r" b="b"/>
              <a:pathLst>
                <a:path w="1736089" h="1736089">
                  <a:moveTo>
                    <a:pt x="71767" y="1735531"/>
                  </a:moveTo>
                  <a:lnTo>
                    <a:pt x="66852" y="1735531"/>
                  </a:lnTo>
                  <a:lnTo>
                    <a:pt x="61988" y="1735023"/>
                  </a:lnTo>
                  <a:lnTo>
                    <a:pt x="57175" y="1734019"/>
                  </a:lnTo>
                  <a:lnTo>
                    <a:pt x="52362" y="1733029"/>
                  </a:lnTo>
                  <a:lnTo>
                    <a:pt x="47701" y="1731543"/>
                  </a:lnTo>
                  <a:lnTo>
                    <a:pt x="43192" y="1729574"/>
                  </a:lnTo>
                  <a:lnTo>
                    <a:pt x="38684" y="1727619"/>
                  </a:lnTo>
                  <a:lnTo>
                    <a:pt x="34429" y="1725218"/>
                  </a:lnTo>
                  <a:lnTo>
                    <a:pt x="30416" y="1722374"/>
                  </a:lnTo>
                  <a:lnTo>
                    <a:pt x="26403" y="1719541"/>
                  </a:lnTo>
                  <a:lnTo>
                    <a:pt x="4241" y="1687766"/>
                  </a:lnTo>
                  <a:lnTo>
                    <a:pt x="812" y="1673491"/>
                  </a:lnTo>
                  <a:lnTo>
                    <a:pt x="152" y="1668627"/>
                  </a:lnTo>
                  <a:lnTo>
                    <a:pt x="3627" y="1619010"/>
                  </a:lnTo>
                  <a:lnTo>
                    <a:pt x="7797" y="1579270"/>
                  </a:lnTo>
                  <a:lnTo>
                    <a:pt x="12853" y="1539635"/>
                  </a:lnTo>
                  <a:lnTo>
                    <a:pt x="18796" y="1500124"/>
                  </a:lnTo>
                  <a:lnTo>
                    <a:pt x="25615" y="1460744"/>
                  </a:lnTo>
                  <a:lnTo>
                    <a:pt x="33312" y="1421536"/>
                  </a:lnTo>
                  <a:lnTo>
                    <a:pt x="41884" y="1382504"/>
                  </a:lnTo>
                  <a:lnTo>
                    <a:pt x="51333" y="1343672"/>
                  </a:lnTo>
                  <a:lnTo>
                    <a:pt x="61631" y="1305066"/>
                  </a:lnTo>
                  <a:lnTo>
                    <a:pt x="72796" y="1266698"/>
                  </a:lnTo>
                  <a:lnTo>
                    <a:pt x="84816" y="1228588"/>
                  </a:lnTo>
                  <a:lnTo>
                    <a:pt x="97675" y="1190764"/>
                  </a:lnTo>
                  <a:lnTo>
                    <a:pt x="111385" y="1153225"/>
                  </a:lnTo>
                  <a:lnTo>
                    <a:pt x="125933" y="1115999"/>
                  </a:lnTo>
                  <a:lnTo>
                    <a:pt x="141297" y="1079114"/>
                  </a:lnTo>
                  <a:lnTo>
                    <a:pt x="157480" y="1042581"/>
                  </a:lnTo>
                  <a:lnTo>
                    <a:pt x="174480" y="1006413"/>
                  </a:lnTo>
                  <a:lnTo>
                    <a:pt x="192290" y="970635"/>
                  </a:lnTo>
                  <a:lnTo>
                    <a:pt x="210881" y="935272"/>
                  </a:lnTo>
                  <a:lnTo>
                    <a:pt x="230263" y="900328"/>
                  </a:lnTo>
                  <a:lnTo>
                    <a:pt x="250418" y="865828"/>
                  </a:lnTo>
                  <a:lnTo>
                    <a:pt x="271335" y="831786"/>
                  </a:lnTo>
                  <a:lnTo>
                    <a:pt x="293015" y="798212"/>
                  </a:lnTo>
                  <a:lnTo>
                    <a:pt x="315429" y="765124"/>
                  </a:lnTo>
                  <a:lnTo>
                    <a:pt x="338586" y="732559"/>
                  </a:lnTo>
                  <a:lnTo>
                    <a:pt x="362458" y="700519"/>
                  </a:lnTo>
                  <a:lnTo>
                    <a:pt x="387040" y="669020"/>
                  </a:lnTo>
                  <a:lnTo>
                    <a:pt x="412318" y="638073"/>
                  </a:lnTo>
                  <a:lnTo>
                    <a:pt x="438286" y="607698"/>
                  </a:lnTo>
                  <a:lnTo>
                    <a:pt x="464921" y="577913"/>
                  </a:lnTo>
                  <a:lnTo>
                    <a:pt x="492213" y="548719"/>
                  </a:lnTo>
                  <a:lnTo>
                    <a:pt x="520153" y="520153"/>
                  </a:lnTo>
                  <a:lnTo>
                    <a:pt x="548724" y="492213"/>
                  </a:lnTo>
                  <a:lnTo>
                    <a:pt x="577913" y="464921"/>
                  </a:lnTo>
                  <a:lnTo>
                    <a:pt x="607698" y="438281"/>
                  </a:lnTo>
                  <a:lnTo>
                    <a:pt x="638073" y="412318"/>
                  </a:lnTo>
                  <a:lnTo>
                    <a:pt x="669015" y="387040"/>
                  </a:lnTo>
                  <a:lnTo>
                    <a:pt x="700519" y="362458"/>
                  </a:lnTo>
                  <a:lnTo>
                    <a:pt x="732561" y="338586"/>
                  </a:lnTo>
                  <a:lnTo>
                    <a:pt x="765136" y="315429"/>
                  </a:lnTo>
                  <a:lnTo>
                    <a:pt x="798207" y="293015"/>
                  </a:lnTo>
                  <a:lnTo>
                    <a:pt x="831773" y="271335"/>
                  </a:lnTo>
                  <a:lnTo>
                    <a:pt x="865822" y="250418"/>
                  </a:lnTo>
                  <a:lnTo>
                    <a:pt x="900328" y="230263"/>
                  </a:lnTo>
                  <a:lnTo>
                    <a:pt x="935272" y="210880"/>
                  </a:lnTo>
                  <a:lnTo>
                    <a:pt x="970635" y="192278"/>
                  </a:lnTo>
                  <a:lnTo>
                    <a:pt x="1006417" y="174478"/>
                  </a:lnTo>
                  <a:lnTo>
                    <a:pt x="1042581" y="157480"/>
                  </a:lnTo>
                  <a:lnTo>
                    <a:pt x="1079114" y="141297"/>
                  </a:lnTo>
                  <a:lnTo>
                    <a:pt x="1115999" y="125933"/>
                  </a:lnTo>
                  <a:lnTo>
                    <a:pt x="1153223" y="111385"/>
                  </a:lnTo>
                  <a:lnTo>
                    <a:pt x="1190752" y="97675"/>
                  </a:lnTo>
                  <a:lnTo>
                    <a:pt x="1228586" y="84816"/>
                  </a:lnTo>
                  <a:lnTo>
                    <a:pt x="1266698" y="72796"/>
                  </a:lnTo>
                  <a:lnTo>
                    <a:pt x="1305066" y="61629"/>
                  </a:lnTo>
                  <a:lnTo>
                    <a:pt x="1343672" y="51320"/>
                  </a:lnTo>
                  <a:lnTo>
                    <a:pt x="1382504" y="41883"/>
                  </a:lnTo>
                  <a:lnTo>
                    <a:pt x="1421536" y="33312"/>
                  </a:lnTo>
                  <a:lnTo>
                    <a:pt x="1460742" y="25615"/>
                  </a:lnTo>
                  <a:lnTo>
                    <a:pt x="1500111" y="18796"/>
                  </a:lnTo>
                  <a:lnTo>
                    <a:pt x="1539633" y="12853"/>
                  </a:lnTo>
                  <a:lnTo>
                    <a:pt x="1579270" y="7797"/>
                  </a:lnTo>
                  <a:lnTo>
                    <a:pt x="1619010" y="3627"/>
                  </a:lnTo>
                  <a:lnTo>
                    <a:pt x="1658835" y="342"/>
                  </a:lnTo>
                  <a:lnTo>
                    <a:pt x="1663738" y="0"/>
                  </a:lnTo>
                  <a:lnTo>
                    <a:pt x="1668627" y="152"/>
                  </a:lnTo>
                  <a:lnTo>
                    <a:pt x="1673491" y="812"/>
                  </a:lnTo>
                  <a:lnTo>
                    <a:pt x="1678368" y="1460"/>
                  </a:lnTo>
                  <a:lnTo>
                    <a:pt x="1683131" y="2603"/>
                  </a:lnTo>
                  <a:lnTo>
                    <a:pt x="1687753" y="4241"/>
                  </a:lnTo>
                  <a:lnTo>
                    <a:pt x="1692402" y="5880"/>
                  </a:lnTo>
                  <a:lnTo>
                    <a:pt x="1712722" y="19367"/>
                  </a:lnTo>
                  <a:lnTo>
                    <a:pt x="1716328" y="22720"/>
                  </a:lnTo>
                  <a:lnTo>
                    <a:pt x="1729574" y="43192"/>
                  </a:lnTo>
                  <a:lnTo>
                    <a:pt x="1731543" y="47701"/>
                  </a:lnTo>
                  <a:lnTo>
                    <a:pt x="1733029" y="52362"/>
                  </a:lnTo>
                  <a:lnTo>
                    <a:pt x="1734019" y="57175"/>
                  </a:lnTo>
                  <a:lnTo>
                    <a:pt x="1735023" y="61988"/>
                  </a:lnTo>
                  <a:lnTo>
                    <a:pt x="1735531" y="66852"/>
                  </a:lnTo>
                  <a:lnTo>
                    <a:pt x="1735531" y="71767"/>
                  </a:lnTo>
                  <a:lnTo>
                    <a:pt x="1735531" y="1007833"/>
                  </a:lnTo>
                  <a:lnTo>
                    <a:pt x="1735531" y="1016368"/>
                  </a:lnTo>
                  <a:lnTo>
                    <a:pt x="1734045" y="1024636"/>
                  </a:lnTo>
                  <a:lnTo>
                    <a:pt x="1731098" y="1032649"/>
                  </a:lnTo>
                  <a:lnTo>
                    <a:pt x="1728139" y="1040650"/>
                  </a:lnTo>
                  <a:lnTo>
                    <a:pt x="1723885" y="1047902"/>
                  </a:lnTo>
                  <a:lnTo>
                    <a:pt x="1718335" y="1054379"/>
                  </a:lnTo>
                  <a:lnTo>
                    <a:pt x="1712798" y="1060869"/>
                  </a:lnTo>
                  <a:lnTo>
                    <a:pt x="1675015" y="1078585"/>
                  </a:lnTo>
                  <a:lnTo>
                    <a:pt x="1661116" y="1080904"/>
                  </a:lnTo>
                  <a:lnTo>
                    <a:pt x="1619732" y="1089494"/>
                  </a:lnTo>
                  <a:lnTo>
                    <a:pt x="1578927" y="1100524"/>
                  </a:lnTo>
                  <a:lnTo>
                    <a:pt x="1538835" y="1113937"/>
                  </a:lnTo>
                  <a:lnTo>
                    <a:pt x="1499604" y="1129693"/>
                  </a:lnTo>
                  <a:lnTo>
                    <a:pt x="1461376" y="1147737"/>
                  </a:lnTo>
                  <a:lnTo>
                    <a:pt x="1424285" y="1168003"/>
                  </a:lnTo>
                  <a:lnTo>
                    <a:pt x="1388446" y="1190428"/>
                  </a:lnTo>
                  <a:lnTo>
                    <a:pt x="1353990" y="1214919"/>
                  </a:lnTo>
                  <a:lnTo>
                    <a:pt x="1321041" y="1241412"/>
                  </a:lnTo>
                  <a:lnTo>
                    <a:pt x="1289724" y="1269794"/>
                  </a:lnTo>
                  <a:lnTo>
                    <a:pt x="1260128" y="1299978"/>
                  </a:lnTo>
                  <a:lnTo>
                    <a:pt x="1232366" y="1331857"/>
                  </a:lnTo>
                  <a:lnTo>
                    <a:pt x="1206538" y="1365313"/>
                  </a:lnTo>
                  <a:lnTo>
                    <a:pt x="1182722" y="1400242"/>
                  </a:lnTo>
                  <a:lnTo>
                    <a:pt x="1161005" y="1436516"/>
                  </a:lnTo>
                  <a:lnTo>
                    <a:pt x="1141472" y="1474004"/>
                  </a:lnTo>
                  <a:lnTo>
                    <a:pt x="1124191" y="1512582"/>
                  </a:lnTo>
                  <a:lnTo>
                    <a:pt x="1109207" y="1552107"/>
                  </a:lnTo>
                  <a:lnTo>
                    <a:pt x="1096581" y="1592453"/>
                  </a:lnTo>
                  <a:lnTo>
                    <a:pt x="1086361" y="1633474"/>
                  </a:lnTo>
                  <a:lnTo>
                    <a:pt x="1078585" y="1675015"/>
                  </a:lnTo>
                  <a:lnTo>
                    <a:pt x="1077252" y="1683448"/>
                  </a:lnTo>
                  <a:lnTo>
                    <a:pt x="1074521" y="1691386"/>
                  </a:lnTo>
                  <a:lnTo>
                    <a:pt x="1070356" y="1698840"/>
                  </a:lnTo>
                  <a:lnTo>
                    <a:pt x="1066190" y="1706295"/>
                  </a:lnTo>
                  <a:lnTo>
                    <a:pt x="1060869" y="1712798"/>
                  </a:lnTo>
                  <a:lnTo>
                    <a:pt x="1054392" y="1718335"/>
                  </a:lnTo>
                  <a:lnTo>
                    <a:pt x="1047902" y="1723885"/>
                  </a:lnTo>
                  <a:lnTo>
                    <a:pt x="1040650" y="1728139"/>
                  </a:lnTo>
                  <a:lnTo>
                    <a:pt x="1032649" y="1731098"/>
                  </a:lnTo>
                  <a:lnTo>
                    <a:pt x="1024636" y="1734045"/>
                  </a:lnTo>
                  <a:lnTo>
                    <a:pt x="1016368" y="1735531"/>
                  </a:lnTo>
                  <a:lnTo>
                    <a:pt x="1007833" y="1735531"/>
                  </a:lnTo>
                  <a:lnTo>
                    <a:pt x="71767" y="1735531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700587" y="2840189"/>
              <a:ext cx="256540" cy="224790"/>
            </a:xfrm>
            <a:custGeom>
              <a:avLst/>
              <a:gdLst/>
              <a:ahLst/>
              <a:cxnLst/>
              <a:rect l="l" t="t" r="r" b="b"/>
              <a:pathLst>
                <a:path w="256539" h="224789">
                  <a:moveTo>
                    <a:pt x="236791" y="0"/>
                  </a:moveTo>
                  <a:lnTo>
                    <a:pt x="40068" y="0"/>
                  </a:lnTo>
                  <a:lnTo>
                    <a:pt x="24469" y="3147"/>
                  </a:lnTo>
                  <a:lnTo>
                    <a:pt x="11733" y="11733"/>
                  </a:lnTo>
                  <a:lnTo>
                    <a:pt x="3147" y="24469"/>
                  </a:lnTo>
                  <a:lnTo>
                    <a:pt x="0" y="40068"/>
                  </a:lnTo>
                  <a:lnTo>
                    <a:pt x="0" y="184302"/>
                  </a:lnTo>
                  <a:lnTo>
                    <a:pt x="3147" y="199907"/>
                  </a:lnTo>
                  <a:lnTo>
                    <a:pt x="11733" y="212642"/>
                  </a:lnTo>
                  <a:lnTo>
                    <a:pt x="24469" y="221224"/>
                  </a:lnTo>
                  <a:lnTo>
                    <a:pt x="40068" y="224370"/>
                  </a:lnTo>
                  <a:lnTo>
                    <a:pt x="216357" y="224370"/>
                  </a:lnTo>
                  <a:lnTo>
                    <a:pt x="231961" y="221224"/>
                  </a:lnTo>
                  <a:lnTo>
                    <a:pt x="244697" y="212642"/>
                  </a:lnTo>
                  <a:lnTo>
                    <a:pt x="247594" y="208343"/>
                  </a:lnTo>
                  <a:lnTo>
                    <a:pt x="40068" y="208343"/>
                  </a:lnTo>
                  <a:lnTo>
                    <a:pt x="30713" y="206455"/>
                  </a:lnTo>
                  <a:lnTo>
                    <a:pt x="23071" y="201304"/>
                  </a:lnTo>
                  <a:lnTo>
                    <a:pt x="17917" y="193663"/>
                  </a:lnTo>
                  <a:lnTo>
                    <a:pt x="16027" y="184302"/>
                  </a:lnTo>
                  <a:lnTo>
                    <a:pt x="16027" y="40068"/>
                  </a:lnTo>
                  <a:lnTo>
                    <a:pt x="17917" y="30713"/>
                  </a:lnTo>
                  <a:lnTo>
                    <a:pt x="23071" y="23071"/>
                  </a:lnTo>
                  <a:lnTo>
                    <a:pt x="30713" y="17917"/>
                  </a:lnTo>
                  <a:lnTo>
                    <a:pt x="40068" y="16027"/>
                  </a:lnTo>
                  <a:lnTo>
                    <a:pt x="236791" y="16027"/>
                  </a:lnTo>
                  <a:lnTo>
                    <a:pt x="240398" y="12420"/>
                  </a:lnTo>
                  <a:lnTo>
                    <a:pt x="240398" y="3606"/>
                  </a:lnTo>
                  <a:lnTo>
                    <a:pt x="236791" y="0"/>
                  </a:lnTo>
                  <a:close/>
                </a:path>
                <a:path w="256539" h="224789">
                  <a:moveTo>
                    <a:pt x="216357" y="32054"/>
                  </a:moveTo>
                  <a:lnTo>
                    <a:pt x="51689" y="32054"/>
                  </a:lnTo>
                  <a:lnTo>
                    <a:pt x="48082" y="35661"/>
                  </a:lnTo>
                  <a:lnTo>
                    <a:pt x="48082" y="44475"/>
                  </a:lnTo>
                  <a:lnTo>
                    <a:pt x="51689" y="48082"/>
                  </a:lnTo>
                  <a:lnTo>
                    <a:pt x="216357" y="48082"/>
                  </a:lnTo>
                  <a:lnTo>
                    <a:pt x="225717" y="49972"/>
                  </a:lnTo>
                  <a:lnTo>
                    <a:pt x="233359" y="55125"/>
                  </a:lnTo>
                  <a:lnTo>
                    <a:pt x="238509" y="62767"/>
                  </a:lnTo>
                  <a:lnTo>
                    <a:pt x="240398" y="72123"/>
                  </a:lnTo>
                  <a:lnTo>
                    <a:pt x="240398" y="184302"/>
                  </a:lnTo>
                  <a:lnTo>
                    <a:pt x="238509" y="193663"/>
                  </a:lnTo>
                  <a:lnTo>
                    <a:pt x="233359" y="201304"/>
                  </a:lnTo>
                  <a:lnTo>
                    <a:pt x="225717" y="206455"/>
                  </a:lnTo>
                  <a:lnTo>
                    <a:pt x="216357" y="208343"/>
                  </a:lnTo>
                  <a:lnTo>
                    <a:pt x="247594" y="208343"/>
                  </a:lnTo>
                  <a:lnTo>
                    <a:pt x="253279" y="199907"/>
                  </a:lnTo>
                  <a:lnTo>
                    <a:pt x="256425" y="184302"/>
                  </a:lnTo>
                  <a:lnTo>
                    <a:pt x="256425" y="72123"/>
                  </a:lnTo>
                  <a:lnTo>
                    <a:pt x="253279" y="56523"/>
                  </a:lnTo>
                  <a:lnTo>
                    <a:pt x="244697" y="43788"/>
                  </a:lnTo>
                  <a:lnTo>
                    <a:pt x="231961" y="35202"/>
                  </a:lnTo>
                  <a:lnTo>
                    <a:pt x="216357" y="32054"/>
                  </a:lnTo>
                  <a:close/>
                </a:path>
                <a:path w="256539" h="224789">
                  <a:moveTo>
                    <a:pt x="195643" y="116192"/>
                  </a:moveTo>
                  <a:lnTo>
                    <a:pt x="189001" y="116192"/>
                  </a:lnTo>
                  <a:lnTo>
                    <a:pt x="186169" y="117373"/>
                  </a:lnTo>
                  <a:lnTo>
                    <a:pt x="181470" y="122059"/>
                  </a:lnTo>
                  <a:lnTo>
                    <a:pt x="180301" y="124891"/>
                  </a:lnTo>
                  <a:lnTo>
                    <a:pt x="180301" y="131533"/>
                  </a:lnTo>
                  <a:lnTo>
                    <a:pt x="181470" y="134366"/>
                  </a:lnTo>
                  <a:lnTo>
                    <a:pt x="186169" y="139065"/>
                  </a:lnTo>
                  <a:lnTo>
                    <a:pt x="189001" y="140233"/>
                  </a:lnTo>
                  <a:lnTo>
                    <a:pt x="195643" y="140233"/>
                  </a:lnTo>
                  <a:lnTo>
                    <a:pt x="198475" y="139065"/>
                  </a:lnTo>
                  <a:lnTo>
                    <a:pt x="203174" y="134366"/>
                  </a:lnTo>
                  <a:lnTo>
                    <a:pt x="204343" y="131533"/>
                  </a:lnTo>
                  <a:lnTo>
                    <a:pt x="204343" y="124891"/>
                  </a:lnTo>
                  <a:lnTo>
                    <a:pt x="203174" y="122059"/>
                  </a:lnTo>
                  <a:lnTo>
                    <a:pt x="198475" y="117373"/>
                  </a:lnTo>
                  <a:lnTo>
                    <a:pt x="195643" y="116192"/>
                  </a:lnTo>
                  <a:close/>
                </a:path>
              </a:pathLst>
            </a:custGeom>
            <a:solidFill>
              <a:srgbClr val="26242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759591" y="2046695"/>
            <a:ext cx="1746250" cy="1746250"/>
            <a:chOff x="5759591" y="2046695"/>
            <a:chExt cx="1746250" cy="1746250"/>
          </a:xfrm>
        </p:grpSpPr>
        <p:sp>
          <p:nvSpPr>
            <p:cNvPr id="9" name="object 9"/>
            <p:cNvSpPr/>
            <p:nvPr/>
          </p:nvSpPr>
          <p:spPr>
            <a:xfrm>
              <a:off x="5764949" y="2052053"/>
              <a:ext cx="1736089" cy="1736089"/>
            </a:xfrm>
            <a:custGeom>
              <a:avLst/>
              <a:gdLst/>
              <a:ahLst/>
              <a:cxnLst/>
              <a:rect l="l" t="t" r="r" b="b"/>
              <a:pathLst>
                <a:path w="1736090" h="1736089">
                  <a:moveTo>
                    <a:pt x="71793" y="0"/>
                  </a:moveTo>
                  <a:lnTo>
                    <a:pt x="30302" y="13068"/>
                  </a:lnTo>
                  <a:lnTo>
                    <a:pt x="3987" y="47701"/>
                  </a:lnTo>
                  <a:lnTo>
                    <a:pt x="0" y="66852"/>
                  </a:lnTo>
                  <a:lnTo>
                    <a:pt x="0" y="71767"/>
                  </a:lnTo>
                  <a:lnTo>
                    <a:pt x="0" y="1016368"/>
                  </a:lnTo>
                  <a:lnTo>
                    <a:pt x="22733" y="1060869"/>
                  </a:lnTo>
                  <a:lnTo>
                    <a:pt x="60515" y="1078585"/>
                  </a:lnTo>
                  <a:lnTo>
                    <a:pt x="74414" y="1080904"/>
                  </a:lnTo>
                  <a:lnTo>
                    <a:pt x="115798" y="1089494"/>
                  </a:lnTo>
                  <a:lnTo>
                    <a:pt x="156603" y="1100524"/>
                  </a:lnTo>
                  <a:lnTo>
                    <a:pt x="196696" y="1113937"/>
                  </a:lnTo>
                  <a:lnTo>
                    <a:pt x="235921" y="1129693"/>
                  </a:lnTo>
                  <a:lnTo>
                    <a:pt x="274154" y="1147737"/>
                  </a:lnTo>
                  <a:lnTo>
                    <a:pt x="311245" y="1168003"/>
                  </a:lnTo>
                  <a:lnTo>
                    <a:pt x="347084" y="1190428"/>
                  </a:lnTo>
                  <a:lnTo>
                    <a:pt x="381540" y="1214919"/>
                  </a:lnTo>
                  <a:lnTo>
                    <a:pt x="414477" y="1241412"/>
                  </a:lnTo>
                  <a:lnTo>
                    <a:pt x="445800" y="1269794"/>
                  </a:lnTo>
                  <a:lnTo>
                    <a:pt x="475402" y="1299978"/>
                  </a:lnTo>
                  <a:lnTo>
                    <a:pt x="503164" y="1331857"/>
                  </a:lnTo>
                  <a:lnTo>
                    <a:pt x="528993" y="1365313"/>
                  </a:lnTo>
                  <a:lnTo>
                    <a:pt x="552808" y="1400242"/>
                  </a:lnTo>
                  <a:lnTo>
                    <a:pt x="574525" y="1436516"/>
                  </a:lnTo>
                  <a:lnTo>
                    <a:pt x="594059" y="1474004"/>
                  </a:lnTo>
                  <a:lnTo>
                    <a:pt x="611339" y="1512582"/>
                  </a:lnTo>
                  <a:lnTo>
                    <a:pt x="626323" y="1552107"/>
                  </a:lnTo>
                  <a:lnTo>
                    <a:pt x="638949" y="1592453"/>
                  </a:lnTo>
                  <a:lnTo>
                    <a:pt x="649169" y="1633474"/>
                  </a:lnTo>
                  <a:lnTo>
                    <a:pt x="656945" y="1675015"/>
                  </a:lnTo>
                  <a:lnTo>
                    <a:pt x="658266" y="1683448"/>
                  </a:lnTo>
                  <a:lnTo>
                    <a:pt x="661009" y="1691386"/>
                  </a:lnTo>
                  <a:lnTo>
                    <a:pt x="687628" y="1723885"/>
                  </a:lnTo>
                  <a:lnTo>
                    <a:pt x="719150" y="1735531"/>
                  </a:lnTo>
                  <a:lnTo>
                    <a:pt x="1668678" y="1735531"/>
                  </a:lnTo>
                  <a:lnTo>
                    <a:pt x="1709127" y="1719541"/>
                  </a:lnTo>
                  <a:lnTo>
                    <a:pt x="1732915" y="1683118"/>
                  </a:lnTo>
                  <a:lnTo>
                    <a:pt x="1735531" y="1663738"/>
                  </a:lnTo>
                  <a:lnTo>
                    <a:pt x="1735188" y="1658835"/>
                  </a:lnTo>
                  <a:lnTo>
                    <a:pt x="1731903" y="1619010"/>
                  </a:lnTo>
                  <a:lnTo>
                    <a:pt x="1727733" y="1579270"/>
                  </a:lnTo>
                  <a:lnTo>
                    <a:pt x="1722672" y="1539635"/>
                  </a:lnTo>
                  <a:lnTo>
                    <a:pt x="1716735" y="1500124"/>
                  </a:lnTo>
                  <a:lnTo>
                    <a:pt x="1709915" y="1460744"/>
                  </a:lnTo>
                  <a:lnTo>
                    <a:pt x="1702219" y="1421536"/>
                  </a:lnTo>
                  <a:lnTo>
                    <a:pt x="1693646" y="1382504"/>
                  </a:lnTo>
                  <a:lnTo>
                    <a:pt x="1684197" y="1343672"/>
                  </a:lnTo>
                  <a:lnTo>
                    <a:pt x="1673899" y="1305066"/>
                  </a:lnTo>
                  <a:lnTo>
                    <a:pt x="1662734" y="1266698"/>
                  </a:lnTo>
                  <a:lnTo>
                    <a:pt x="1650714" y="1228588"/>
                  </a:lnTo>
                  <a:lnTo>
                    <a:pt x="1637855" y="1190764"/>
                  </a:lnTo>
                  <a:lnTo>
                    <a:pt x="1624145" y="1153225"/>
                  </a:lnTo>
                  <a:lnTo>
                    <a:pt x="1609598" y="1115999"/>
                  </a:lnTo>
                  <a:lnTo>
                    <a:pt x="1594234" y="1079114"/>
                  </a:lnTo>
                  <a:lnTo>
                    <a:pt x="1578051" y="1042581"/>
                  </a:lnTo>
                  <a:lnTo>
                    <a:pt x="1561050" y="1006413"/>
                  </a:lnTo>
                  <a:lnTo>
                    <a:pt x="1543240" y="970635"/>
                  </a:lnTo>
                  <a:lnTo>
                    <a:pt x="1524649" y="935272"/>
                  </a:lnTo>
                  <a:lnTo>
                    <a:pt x="1505267" y="900328"/>
                  </a:lnTo>
                  <a:lnTo>
                    <a:pt x="1485112" y="865828"/>
                  </a:lnTo>
                  <a:lnTo>
                    <a:pt x="1464195" y="831786"/>
                  </a:lnTo>
                  <a:lnTo>
                    <a:pt x="1442515" y="798212"/>
                  </a:lnTo>
                  <a:lnTo>
                    <a:pt x="1420101" y="765124"/>
                  </a:lnTo>
                  <a:lnTo>
                    <a:pt x="1396944" y="732559"/>
                  </a:lnTo>
                  <a:lnTo>
                    <a:pt x="1373073" y="700519"/>
                  </a:lnTo>
                  <a:lnTo>
                    <a:pt x="1348490" y="669020"/>
                  </a:lnTo>
                  <a:lnTo>
                    <a:pt x="1323213" y="638073"/>
                  </a:lnTo>
                  <a:lnTo>
                    <a:pt x="1297244" y="607698"/>
                  </a:lnTo>
                  <a:lnTo>
                    <a:pt x="1270609" y="577913"/>
                  </a:lnTo>
                  <a:lnTo>
                    <a:pt x="1243317" y="548719"/>
                  </a:lnTo>
                  <a:lnTo>
                    <a:pt x="1215377" y="520153"/>
                  </a:lnTo>
                  <a:lnTo>
                    <a:pt x="1186802" y="492213"/>
                  </a:lnTo>
                  <a:lnTo>
                    <a:pt x="1157617" y="464921"/>
                  </a:lnTo>
                  <a:lnTo>
                    <a:pt x="1127833" y="438281"/>
                  </a:lnTo>
                  <a:lnTo>
                    <a:pt x="1097457" y="412318"/>
                  </a:lnTo>
                  <a:lnTo>
                    <a:pt x="1066511" y="387040"/>
                  </a:lnTo>
                  <a:lnTo>
                    <a:pt x="1035011" y="362458"/>
                  </a:lnTo>
                  <a:lnTo>
                    <a:pt x="1002969" y="338586"/>
                  </a:lnTo>
                  <a:lnTo>
                    <a:pt x="970394" y="315429"/>
                  </a:lnTo>
                  <a:lnTo>
                    <a:pt x="937323" y="293015"/>
                  </a:lnTo>
                  <a:lnTo>
                    <a:pt x="903757" y="271335"/>
                  </a:lnTo>
                  <a:lnTo>
                    <a:pt x="869703" y="250418"/>
                  </a:lnTo>
                  <a:lnTo>
                    <a:pt x="835202" y="230263"/>
                  </a:lnTo>
                  <a:lnTo>
                    <a:pt x="800252" y="210881"/>
                  </a:lnTo>
                  <a:lnTo>
                    <a:pt x="764882" y="192290"/>
                  </a:lnTo>
                  <a:lnTo>
                    <a:pt x="729111" y="174480"/>
                  </a:lnTo>
                  <a:lnTo>
                    <a:pt x="692950" y="157480"/>
                  </a:lnTo>
                  <a:lnTo>
                    <a:pt x="656416" y="141297"/>
                  </a:lnTo>
                  <a:lnTo>
                    <a:pt x="619531" y="125933"/>
                  </a:lnTo>
                  <a:lnTo>
                    <a:pt x="582307" y="111385"/>
                  </a:lnTo>
                  <a:lnTo>
                    <a:pt x="544779" y="97675"/>
                  </a:lnTo>
                  <a:lnTo>
                    <a:pt x="506944" y="84816"/>
                  </a:lnTo>
                  <a:lnTo>
                    <a:pt x="468833" y="72796"/>
                  </a:lnTo>
                  <a:lnTo>
                    <a:pt x="430464" y="61629"/>
                  </a:lnTo>
                  <a:lnTo>
                    <a:pt x="391858" y="51320"/>
                  </a:lnTo>
                  <a:lnTo>
                    <a:pt x="353026" y="41883"/>
                  </a:lnTo>
                  <a:lnTo>
                    <a:pt x="313994" y="33312"/>
                  </a:lnTo>
                  <a:lnTo>
                    <a:pt x="274788" y="25615"/>
                  </a:lnTo>
                  <a:lnTo>
                    <a:pt x="235419" y="18796"/>
                  </a:lnTo>
                  <a:lnTo>
                    <a:pt x="195897" y="12853"/>
                  </a:lnTo>
                  <a:lnTo>
                    <a:pt x="156260" y="7797"/>
                  </a:lnTo>
                  <a:lnTo>
                    <a:pt x="116520" y="3627"/>
                  </a:lnTo>
                  <a:lnTo>
                    <a:pt x="76695" y="342"/>
                  </a:lnTo>
                  <a:lnTo>
                    <a:pt x="71793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764949" y="2052053"/>
              <a:ext cx="1736089" cy="1736089"/>
            </a:xfrm>
            <a:custGeom>
              <a:avLst/>
              <a:gdLst/>
              <a:ahLst/>
              <a:cxnLst/>
              <a:rect l="l" t="t" r="r" b="b"/>
              <a:pathLst>
                <a:path w="1736090" h="1736089">
                  <a:moveTo>
                    <a:pt x="0" y="71767"/>
                  </a:moveTo>
                  <a:lnTo>
                    <a:pt x="0" y="66852"/>
                  </a:lnTo>
                  <a:lnTo>
                    <a:pt x="508" y="61988"/>
                  </a:lnTo>
                  <a:lnTo>
                    <a:pt x="1511" y="57175"/>
                  </a:lnTo>
                  <a:lnTo>
                    <a:pt x="2501" y="52362"/>
                  </a:lnTo>
                  <a:lnTo>
                    <a:pt x="3987" y="47701"/>
                  </a:lnTo>
                  <a:lnTo>
                    <a:pt x="5956" y="43192"/>
                  </a:lnTo>
                  <a:lnTo>
                    <a:pt x="7912" y="38684"/>
                  </a:lnTo>
                  <a:lnTo>
                    <a:pt x="22809" y="19367"/>
                  </a:lnTo>
                  <a:lnTo>
                    <a:pt x="26403" y="16014"/>
                  </a:lnTo>
                  <a:lnTo>
                    <a:pt x="47777" y="4241"/>
                  </a:lnTo>
                  <a:lnTo>
                    <a:pt x="52400" y="2603"/>
                  </a:lnTo>
                  <a:lnTo>
                    <a:pt x="57162" y="1460"/>
                  </a:lnTo>
                  <a:lnTo>
                    <a:pt x="62026" y="800"/>
                  </a:lnTo>
                  <a:lnTo>
                    <a:pt x="66903" y="152"/>
                  </a:lnTo>
                  <a:lnTo>
                    <a:pt x="71793" y="0"/>
                  </a:lnTo>
                  <a:lnTo>
                    <a:pt x="76695" y="342"/>
                  </a:lnTo>
                  <a:lnTo>
                    <a:pt x="116520" y="3627"/>
                  </a:lnTo>
                  <a:lnTo>
                    <a:pt x="156260" y="7797"/>
                  </a:lnTo>
                  <a:lnTo>
                    <a:pt x="195897" y="12853"/>
                  </a:lnTo>
                  <a:lnTo>
                    <a:pt x="235419" y="18796"/>
                  </a:lnTo>
                  <a:lnTo>
                    <a:pt x="274788" y="25615"/>
                  </a:lnTo>
                  <a:lnTo>
                    <a:pt x="313994" y="33312"/>
                  </a:lnTo>
                  <a:lnTo>
                    <a:pt x="353026" y="41883"/>
                  </a:lnTo>
                  <a:lnTo>
                    <a:pt x="391858" y="51320"/>
                  </a:lnTo>
                  <a:lnTo>
                    <a:pt x="430464" y="61629"/>
                  </a:lnTo>
                  <a:lnTo>
                    <a:pt x="468833" y="72796"/>
                  </a:lnTo>
                  <a:lnTo>
                    <a:pt x="506944" y="84816"/>
                  </a:lnTo>
                  <a:lnTo>
                    <a:pt x="544779" y="97675"/>
                  </a:lnTo>
                  <a:lnTo>
                    <a:pt x="582307" y="111385"/>
                  </a:lnTo>
                  <a:lnTo>
                    <a:pt x="619531" y="125933"/>
                  </a:lnTo>
                  <a:lnTo>
                    <a:pt x="656416" y="141297"/>
                  </a:lnTo>
                  <a:lnTo>
                    <a:pt x="692950" y="157480"/>
                  </a:lnTo>
                  <a:lnTo>
                    <a:pt x="729111" y="174480"/>
                  </a:lnTo>
                  <a:lnTo>
                    <a:pt x="764882" y="192290"/>
                  </a:lnTo>
                  <a:lnTo>
                    <a:pt x="800252" y="210881"/>
                  </a:lnTo>
                  <a:lnTo>
                    <a:pt x="835202" y="230263"/>
                  </a:lnTo>
                  <a:lnTo>
                    <a:pt x="869703" y="250418"/>
                  </a:lnTo>
                  <a:lnTo>
                    <a:pt x="903757" y="271335"/>
                  </a:lnTo>
                  <a:lnTo>
                    <a:pt x="937323" y="293015"/>
                  </a:lnTo>
                  <a:lnTo>
                    <a:pt x="970394" y="315429"/>
                  </a:lnTo>
                  <a:lnTo>
                    <a:pt x="1002969" y="338586"/>
                  </a:lnTo>
                  <a:lnTo>
                    <a:pt x="1035011" y="362458"/>
                  </a:lnTo>
                  <a:lnTo>
                    <a:pt x="1066511" y="387040"/>
                  </a:lnTo>
                  <a:lnTo>
                    <a:pt x="1097457" y="412318"/>
                  </a:lnTo>
                  <a:lnTo>
                    <a:pt x="1127833" y="438281"/>
                  </a:lnTo>
                  <a:lnTo>
                    <a:pt x="1157617" y="464921"/>
                  </a:lnTo>
                  <a:lnTo>
                    <a:pt x="1186802" y="492213"/>
                  </a:lnTo>
                  <a:lnTo>
                    <a:pt x="1215377" y="520153"/>
                  </a:lnTo>
                  <a:lnTo>
                    <a:pt x="1243317" y="548719"/>
                  </a:lnTo>
                  <a:lnTo>
                    <a:pt x="1270609" y="577913"/>
                  </a:lnTo>
                  <a:lnTo>
                    <a:pt x="1297244" y="607698"/>
                  </a:lnTo>
                  <a:lnTo>
                    <a:pt x="1323213" y="638073"/>
                  </a:lnTo>
                  <a:lnTo>
                    <a:pt x="1348490" y="669020"/>
                  </a:lnTo>
                  <a:lnTo>
                    <a:pt x="1373073" y="700519"/>
                  </a:lnTo>
                  <a:lnTo>
                    <a:pt x="1396944" y="732561"/>
                  </a:lnTo>
                  <a:lnTo>
                    <a:pt x="1420101" y="765136"/>
                  </a:lnTo>
                  <a:lnTo>
                    <a:pt x="1442515" y="798214"/>
                  </a:lnTo>
                  <a:lnTo>
                    <a:pt x="1464195" y="831786"/>
                  </a:lnTo>
                  <a:lnTo>
                    <a:pt x="1485112" y="865828"/>
                  </a:lnTo>
                  <a:lnTo>
                    <a:pt x="1505267" y="900328"/>
                  </a:lnTo>
                  <a:lnTo>
                    <a:pt x="1524649" y="935272"/>
                  </a:lnTo>
                  <a:lnTo>
                    <a:pt x="1543240" y="970635"/>
                  </a:lnTo>
                  <a:lnTo>
                    <a:pt x="1561050" y="1006413"/>
                  </a:lnTo>
                  <a:lnTo>
                    <a:pt x="1578051" y="1042581"/>
                  </a:lnTo>
                  <a:lnTo>
                    <a:pt x="1594234" y="1079114"/>
                  </a:lnTo>
                  <a:lnTo>
                    <a:pt x="1609598" y="1115999"/>
                  </a:lnTo>
                  <a:lnTo>
                    <a:pt x="1624145" y="1153225"/>
                  </a:lnTo>
                  <a:lnTo>
                    <a:pt x="1637855" y="1190764"/>
                  </a:lnTo>
                  <a:lnTo>
                    <a:pt x="1650714" y="1228588"/>
                  </a:lnTo>
                  <a:lnTo>
                    <a:pt x="1662734" y="1266698"/>
                  </a:lnTo>
                  <a:lnTo>
                    <a:pt x="1673899" y="1305066"/>
                  </a:lnTo>
                  <a:lnTo>
                    <a:pt x="1684197" y="1343672"/>
                  </a:lnTo>
                  <a:lnTo>
                    <a:pt x="1693646" y="1382504"/>
                  </a:lnTo>
                  <a:lnTo>
                    <a:pt x="1702219" y="1421536"/>
                  </a:lnTo>
                  <a:lnTo>
                    <a:pt x="1709915" y="1460744"/>
                  </a:lnTo>
                  <a:lnTo>
                    <a:pt x="1716735" y="1500124"/>
                  </a:lnTo>
                  <a:lnTo>
                    <a:pt x="1722672" y="1539635"/>
                  </a:lnTo>
                  <a:lnTo>
                    <a:pt x="1727733" y="1579270"/>
                  </a:lnTo>
                  <a:lnTo>
                    <a:pt x="1731903" y="1619010"/>
                  </a:lnTo>
                  <a:lnTo>
                    <a:pt x="1735188" y="1658835"/>
                  </a:lnTo>
                  <a:lnTo>
                    <a:pt x="1735531" y="1663738"/>
                  </a:lnTo>
                  <a:lnTo>
                    <a:pt x="1735378" y="1668627"/>
                  </a:lnTo>
                  <a:lnTo>
                    <a:pt x="1734718" y="1673491"/>
                  </a:lnTo>
                  <a:lnTo>
                    <a:pt x="1734070" y="1678368"/>
                  </a:lnTo>
                  <a:lnTo>
                    <a:pt x="1732915" y="1683118"/>
                  </a:lnTo>
                  <a:lnTo>
                    <a:pt x="1731276" y="1687766"/>
                  </a:lnTo>
                  <a:lnTo>
                    <a:pt x="1729651" y="1692389"/>
                  </a:lnTo>
                  <a:lnTo>
                    <a:pt x="1716163" y="1712722"/>
                  </a:lnTo>
                  <a:lnTo>
                    <a:pt x="1712810" y="1716316"/>
                  </a:lnTo>
                  <a:lnTo>
                    <a:pt x="1709127" y="1719541"/>
                  </a:lnTo>
                  <a:lnTo>
                    <a:pt x="1705114" y="1722374"/>
                  </a:lnTo>
                  <a:lnTo>
                    <a:pt x="1701101" y="1725218"/>
                  </a:lnTo>
                  <a:lnTo>
                    <a:pt x="1696847" y="1727619"/>
                  </a:lnTo>
                  <a:lnTo>
                    <a:pt x="1692338" y="1729574"/>
                  </a:lnTo>
                  <a:lnTo>
                    <a:pt x="1687830" y="1731543"/>
                  </a:lnTo>
                  <a:lnTo>
                    <a:pt x="1683169" y="1733029"/>
                  </a:lnTo>
                  <a:lnTo>
                    <a:pt x="1678355" y="1734019"/>
                  </a:lnTo>
                  <a:lnTo>
                    <a:pt x="1673542" y="1735023"/>
                  </a:lnTo>
                  <a:lnTo>
                    <a:pt x="1668678" y="1735531"/>
                  </a:lnTo>
                  <a:lnTo>
                    <a:pt x="1663763" y="1735531"/>
                  </a:lnTo>
                  <a:lnTo>
                    <a:pt x="727697" y="1735531"/>
                  </a:lnTo>
                  <a:lnTo>
                    <a:pt x="719150" y="1735531"/>
                  </a:lnTo>
                  <a:lnTo>
                    <a:pt x="710882" y="1734045"/>
                  </a:lnTo>
                  <a:lnTo>
                    <a:pt x="702881" y="1731098"/>
                  </a:lnTo>
                  <a:lnTo>
                    <a:pt x="694880" y="1728139"/>
                  </a:lnTo>
                  <a:lnTo>
                    <a:pt x="687628" y="1723885"/>
                  </a:lnTo>
                  <a:lnTo>
                    <a:pt x="681139" y="1718335"/>
                  </a:lnTo>
                  <a:lnTo>
                    <a:pt x="674662" y="1712798"/>
                  </a:lnTo>
                  <a:lnTo>
                    <a:pt x="656945" y="1675015"/>
                  </a:lnTo>
                  <a:lnTo>
                    <a:pt x="654626" y="1661116"/>
                  </a:lnTo>
                  <a:lnTo>
                    <a:pt x="646036" y="1619732"/>
                  </a:lnTo>
                  <a:lnTo>
                    <a:pt x="635006" y="1578927"/>
                  </a:lnTo>
                  <a:lnTo>
                    <a:pt x="621591" y="1538835"/>
                  </a:lnTo>
                  <a:lnTo>
                    <a:pt x="605832" y="1499604"/>
                  </a:lnTo>
                  <a:lnTo>
                    <a:pt x="587794" y="1461376"/>
                  </a:lnTo>
                  <a:lnTo>
                    <a:pt x="567527" y="1424285"/>
                  </a:lnTo>
                  <a:lnTo>
                    <a:pt x="545101" y="1388446"/>
                  </a:lnTo>
                  <a:lnTo>
                    <a:pt x="520604" y="1353988"/>
                  </a:lnTo>
                  <a:lnTo>
                    <a:pt x="494118" y="1321054"/>
                  </a:lnTo>
                  <a:lnTo>
                    <a:pt x="465736" y="1289725"/>
                  </a:lnTo>
                  <a:lnTo>
                    <a:pt x="435548" y="1260128"/>
                  </a:lnTo>
                  <a:lnTo>
                    <a:pt x="403668" y="1232360"/>
                  </a:lnTo>
                  <a:lnTo>
                    <a:pt x="370217" y="1206525"/>
                  </a:lnTo>
                  <a:lnTo>
                    <a:pt x="335288" y="1182722"/>
                  </a:lnTo>
                  <a:lnTo>
                    <a:pt x="299015" y="1161005"/>
                  </a:lnTo>
                  <a:lnTo>
                    <a:pt x="261524" y="1141471"/>
                  </a:lnTo>
                  <a:lnTo>
                    <a:pt x="222948" y="1124178"/>
                  </a:lnTo>
                  <a:lnTo>
                    <a:pt x="183423" y="1109207"/>
                  </a:lnTo>
                  <a:lnTo>
                    <a:pt x="143078" y="1096581"/>
                  </a:lnTo>
                  <a:lnTo>
                    <a:pt x="102056" y="1086361"/>
                  </a:lnTo>
                  <a:lnTo>
                    <a:pt x="60515" y="1078585"/>
                  </a:lnTo>
                  <a:lnTo>
                    <a:pt x="52082" y="1077252"/>
                  </a:lnTo>
                  <a:lnTo>
                    <a:pt x="44145" y="1074508"/>
                  </a:lnTo>
                  <a:lnTo>
                    <a:pt x="36690" y="1070356"/>
                  </a:lnTo>
                  <a:lnTo>
                    <a:pt x="29235" y="1066190"/>
                  </a:lnTo>
                  <a:lnTo>
                    <a:pt x="22733" y="1060869"/>
                  </a:lnTo>
                  <a:lnTo>
                    <a:pt x="17195" y="1054379"/>
                  </a:lnTo>
                  <a:lnTo>
                    <a:pt x="11645" y="1047902"/>
                  </a:lnTo>
                  <a:lnTo>
                    <a:pt x="7391" y="1040650"/>
                  </a:lnTo>
                  <a:lnTo>
                    <a:pt x="4432" y="1032649"/>
                  </a:lnTo>
                  <a:lnTo>
                    <a:pt x="1485" y="1024636"/>
                  </a:lnTo>
                  <a:lnTo>
                    <a:pt x="0" y="1016368"/>
                  </a:lnTo>
                  <a:lnTo>
                    <a:pt x="0" y="1007833"/>
                  </a:lnTo>
                  <a:lnTo>
                    <a:pt x="0" y="71767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6641" y="2818528"/>
              <a:ext cx="267820" cy="267807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5759591" y="3883166"/>
            <a:ext cx="1746250" cy="1746250"/>
            <a:chOff x="5759591" y="3883166"/>
            <a:chExt cx="1746250" cy="1746250"/>
          </a:xfrm>
        </p:grpSpPr>
        <p:sp>
          <p:nvSpPr>
            <p:cNvPr id="13" name="object 13"/>
            <p:cNvSpPr/>
            <p:nvPr/>
          </p:nvSpPr>
          <p:spPr>
            <a:xfrm>
              <a:off x="5764949" y="3888523"/>
              <a:ext cx="1736089" cy="1736089"/>
            </a:xfrm>
            <a:custGeom>
              <a:avLst/>
              <a:gdLst/>
              <a:ahLst/>
              <a:cxnLst/>
              <a:rect l="l" t="t" r="r" b="b"/>
              <a:pathLst>
                <a:path w="1736090" h="1736089">
                  <a:moveTo>
                    <a:pt x="1668678" y="0"/>
                  </a:moveTo>
                  <a:lnTo>
                    <a:pt x="1663763" y="0"/>
                  </a:lnTo>
                  <a:lnTo>
                    <a:pt x="719150" y="0"/>
                  </a:lnTo>
                  <a:lnTo>
                    <a:pt x="710882" y="1473"/>
                  </a:lnTo>
                  <a:lnTo>
                    <a:pt x="674662" y="22745"/>
                  </a:lnTo>
                  <a:lnTo>
                    <a:pt x="656945" y="60515"/>
                  </a:lnTo>
                  <a:lnTo>
                    <a:pt x="654626" y="74414"/>
                  </a:lnTo>
                  <a:lnTo>
                    <a:pt x="646036" y="115798"/>
                  </a:lnTo>
                  <a:lnTo>
                    <a:pt x="635006" y="156609"/>
                  </a:lnTo>
                  <a:lnTo>
                    <a:pt x="621591" y="196697"/>
                  </a:lnTo>
                  <a:lnTo>
                    <a:pt x="605832" y="235921"/>
                  </a:lnTo>
                  <a:lnTo>
                    <a:pt x="587794" y="274154"/>
                  </a:lnTo>
                  <a:lnTo>
                    <a:pt x="567527" y="311245"/>
                  </a:lnTo>
                  <a:lnTo>
                    <a:pt x="545101" y="347089"/>
                  </a:lnTo>
                  <a:lnTo>
                    <a:pt x="520604" y="381540"/>
                  </a:lnTo>
                  <a:lnTo>
                    <a:pt x="494118" y="414477"/>
                  </a:lnTo>
                  <a:lnTo>
                    <a:pt x="465736" y="445800"/>
                  </a:lnTo>
                  <a:lnTo>
                    <a:pt x="435548" y="475402"/>
                  </a:lnTo>
                  <a:lnTo>
                    <a:pt x="403668" y="503164"/>
                  </a:lnTo>
                  <a:lnTo>
                    <a:pt x="370217" y="528993"/>
                  </a:lnTo>
                  <a:lnTo>
                    <a:pt x="335288" y="552808"/>
                  </a:lnTo>
                  <a:lnTo>
                    <a:pt x="299015" y="574525"/>
                  </a:lnTo>
                  <a:lnTo>
                    <a:pt x="261524" y="594059"/>
                  </a:lnTo>
                  <a:lnTo>
                    <a:pt x="222948" y="611339"/>
                  </a:lnTo>
                  <a:lnTo>
                    <a:pt x="183423" y="626323"/>
                  </a:lnTo>
                  <a:lnTo>
                    <a:pt x="143078" y="638949"/>
                  </a:lnTo>
                  <a:lnTo>
                    <a:pt x="102056" y="649169"/>
                  </a:lnTo>
                  <a:lnTo>
                    <a:pt x="60515" y="656945"/>
                  </a:lnTo>
                  <a:lnTo>
                    <a:pt x="52082" y="658266"/>
                  </a:lnTo>
                  <a:lnTo>
                    <a:pt x="44145" y="661009"/>
                  </a:lnTo>
                  <a:lnTo>
                    <a:pt x="11645" y="687628"/>
                  </a:lnTo>
                  <a:lnTo>
                    <a:pt x="0" y="719150"/>
                  </a:lnTo>
                  <a:lnTo>
                    <a:pt x="0" y="1668674"/>
                  </a:lnTo>
                  <a:lnTo>
                    <a:pt x="15989" y="1709130"/>
                  </a:lnTo>
                  <a:lnTo>
                    <a:pt x="52400" y="1732918"/>
                  </a:lnTo>
                  <a:lnTo>
                    <a:pt x="71793" y="1735532"/>
                  </a:lnTo>
                  <a:lnTo>
                    <a:pt x="76695" y="1735185"/>
                  </a:lnTo>
                  <a:lnTo>
                    <a:pt x="116520" y="1731904"/>
                  </a:lnTo>
                  <a:lnTo>
                    <a:pt x="156260" y="1727729"/>
                  </a:lnTo>
                  <a:lnTo>
                    <a:pt x="195897" y="1722672"/>
                  </a:lnTo>
                  <a:lnTo>
                    <a:pt x="235419" y="1716731"/>
                  </a:lnTo>
                  <a:lnTo>
                    <a:pt x="274788" y="1709912"/>
                  </a:lnTo>
                  <a:lnTo>
                    <a:pt x="313994" y="1702215"/>
                  </a:lnTo>
                  <a:lnTo>
                    <a:pt x="353026" y="1693642"/>
                  </a:lnTo>
                  <a:lnTo>
                    <a:pt x="391858" y="1684201"/>
                  </a:lnTo>
                  <a:lnTo>
                    <a:pt x="430464" y="1673896"/>
                  </a:lnTo>
                  <a:lnTo>
                    <a:pt x="468833" y="1662731"/>
                  </a:lnTo>
                  <a:lnTo>
                    <a:pt x="506944" y="1650713"/>
                  </a:lnTo>
                  <a:lnTo>
                    <a:pt x="544779" y="1637851"/>
                  </a:lnTo>
                  <a:lnTo>
                    <a:pt x="582307" y="1624145"/>
                  </a:lnTo>
                  <a:lnTo>
                    <a:pt x="619531" y="1609604"/>
                  </a:lnTo>
                  <a:lnTo>
                    <a:pt x="656416" y="1594233"/>
                  </a:lnTo>
                  <a:lnTo>
                    <a:pt x="692950" y="1578047"/>
                  </a:lnTo>
                  <a:lnTo>
                    <a:pt x="729111" y="1561047"/>
                  </a:lnTo>
                  <a:lnTo>
                    <a:pt x="764882" y="1543246"/>
                  </a:lnTo>
                  <a:lnTo>
                    <a:pt x="800252" y="1524651"/>
                  </a:lnTo>
                  <a:lnTo>
                    <a:pt x="835202" y="1505271"/>
                  </a:lnTo>
                  <a:lnTo>
                    <a:pt x="869703" y="1485112"/>
                  </a:lnTo>
                  <a:lnTo>
                    <a:pt x="903757" y="1464194"/>
                  </a:lnTo>
                  <a:lnTo>
                    <a:pt x="937323" y="1442517"/>
                  </a:lnTo>
                  <a:lnTo>
                    <a:pt x="970394" y="1420096"/>
                  </a:lnTo>
                  <a:lnTo>
                    <a:pt x="1002969" y="1396945"/>
                  </a:lnTo>
                  <a:lnTo>
                    <a:pt x="1035011" y="1373071"/>
                  </a:lnTo>
                  <a:lnTo>
                    <a:pt x="1066511" y="1348488"/>
                  </a:lnTo>
                  <a:lnTo>
                    <a:pt x="1097457" y="1323209"/>
                  </a:lnTo>
                  <a:lnTo>
                    <a:pt x="1127833" y="1297246"/>
                  </a:lnTo>
                  <a:lnTo>
                    <a:pt x="1157617" y="1270609"/>
                  </a:lnTo>
                  <a:lnTo>
                    <a:pt x="1186802" y="1243312"/>
                  </a:lnTo>
                  <a:lnTo>
                    <a:pt x="1215377" y="1215377"/>
                  </a:lnTo>
                  <a:lnTo>
                    <a:pt x="1243317" y="1186807"/>
                  </a:lnTo>
                  <a:lnTo>
                    <a:pt x="1270609" y="1157617"/>
                  </a:lnTo>
                  <a:lnTo>
                    <a:pt x="1297244" y="1127833"/>
                  </a:lnTo>
                  <a:lnTo>
                    <a:pt x="1323213" y="1097457"/>
                  </a:lnTo>
                  <a:lnTo>
                    <a:pt x="1348490" y="1066511"/>
                  </a:lnTo>
                  <a:lnTo>
                    <a:pt x="1373073" y="1035011"/>
                  </a:lnTo>
                  <a:lnTo>
                    <a:pt x="1396944" y="1002965"/>
                  </a:lnTo>
                  <a:lnTo>
                    <a:pt x="1420101" y="970394"/>
                  </a:lnTo>
                  <a:lnTo>
                    <a:pt x="1442515" y="937321"/>
                  </a:lnTo>
                  <a:lnTo>
                    <a:pt x="1464195" y="903744"/>
                  </a:lnTo>
                  <a:lnTo>
                    <a:pt x="1485112" y="869702"/>
                  </a:lnTo>
                  <a:lnTo>
                    <a:pt x="1505267" y="835202"/>
                  </a:lnTo>
                  <a:lnTo>
                    <a:pt x="1524649" y="800257"/>
                  </a:lnTo>
                  <a:lnTo>
                    <a:pt x="1543240" y="764882"/>
                  </a:lnTo>
                  <a:lnTo>
                    <a:pt x="1561050" y="729111"/>
                  </a:lnTo>
                  <a:lnTo>
                    <a:pt x="1578051" y="692950"/>
                  </a:lnTo>
                  <a:lnTo>
                    <a:pt x="1594234" y="656412"/>
                  </a:lnTo>
                  <a:lnTo>
                    <a:pt x="1609598" y="619531"/>
                  </a:lnTo>
                  <a:lnTo>
                    <a:pt x="1624145" y="582307"/>
                  </a:lnTo>
                  <a:lnTo>
                    <a:pt x="1637855" y="544779"/>
                  </a:lnTo>
                  <a:lnTo>
                    <a:pt x="1650714" y="506944"/>
                  </a:lnTo>
                  <a:lnTo>
                    <a:pt x="1662734" y="468833"/>
                  </a:lnTo>
                  <a:lnTo>
                    <a:pt x="1673899" y="430464"/>
                  </a:lnTo>
                  <a:lnTo>
                    <a:pt x="1684197" y="391858"/>
                  </a:lnTo>
                  <a:lnTo>
                    <a:pt x="1693646" y="353026"/>
                  </a:lnTo>
                  <a:lnTo>
                    <a:pt x="1702219" y="313994"/>
                  </a:lnTo>
                  <a:lnTo>
                    <a:pt x="1709915" y="274788"/>
                  </a:lnTo>
                  <a:lnTo>
                    <a:pt x="1716735" y="235419"/>
                  </a:lnTo>
                  <a:lnTo>
                    <a:pt x="1722672" y="195902"/>
                  </a:lnTo>
                  <a:lnTo>
                    <a:pt x="1727733" y="156260"/>
                  </a:lnTo>
                  <a:lnTo>
                    <a:pt x="1731903" y="116520"/>
                  </a:lnTo>
                  <a:lnTo>
                    <a:pt x="1735188" y="76695"/>
                  </a:lnTo>
                  <a:lnTo>
                    <a:pt x="1735531" y="71793"/>
                  </a:lnTo>
                  <a:lnTo>
                    <a:pt x="1735378" y="66903"/>
                  </a:lnTo>
                  <a:lnTo>
                    <a:pt x="1722462" y="30302"/>
                  </a:lnTo>
                  <a:lnTo>
                    <a:pt x="1687830" y="3987"/>
                  </a:lnTo>
                  <a:lnTo>
                    <a:pt x="1673542" y="495"/>
                  </a:lnTo>
                  <a:lnTo>
                    <a:pt x="1668678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764949" y="3888523"/>
              <a:ext cx="1736089" cy="1736089"/>
            </a:xfrm>
            <a:custGeom>
              <a:avLst/>
              <a:gdLst/>
              <a:ahLst/>
              <a:cxnLst/>
              <a:rect l="l" t="t" r="r" b="b"/>
              <a:pathLst>
                <a:path w="1736090" h="1736089">
                  <a:moveTo>
                    <a:pt x="1663763" y="0"/>
                  </a:moveTo>
                  <a:lnTo>
                    <a:pt x="1668678" y="0"/>
                  </a:lnTo>
                  <a:lnTo>
                    <a:pt x="1673542" y="495"/>
                  </a:lnTo>
                  <a:lnTo>
                    <a:pt x="1678355" y="1498"/>
                  </a:lnTo>
                  <a:lnTo>
                    <a:pt x="1683169" y="2501"/>
                  </a:lnTo>
                  <a:lnTo>
                    <a:pt x="1716163" y="22809"/>
                  </a:lnTo>
                  <a:lnTo>
                    <a:pt x="1719516" y="26403"/>
                  </a:lnTo>
                  <a:lnTo>
                    <a:pt x="1734718" y="62026"/>
                  </a:lnTo>
                  <a:lnTo>
                    <a:pt x="1735378" y="66903"/>
                  </a:lnTo>
                  <a:lnTo>
                    <a:pt x="1731903" y="116520"/>
                  </a:lnTo>
                  <a:lnTo>
                    <a:pt x="1727733" y="156260"/>
                  </a:lnTo>
                  <a:lnTo>
                    <a:pt x="1722672" y="195902"/>
                  </a:lnTo>
                  <a:lnTo>
                    <a:pt x="1716735" y="235419"/>
                  </a:lnTo>
                  <a:lnTo>
                    <a:pt x="1709915" y="274788"/>
                  </a:lnTo>
                  <a:lnTo>
                    <a:pt x="1702219" y="313994"/>
                  </a:lnTo>
                  <a:lnTo>
                    <a:pt x="1693646" y="353026"/>
                  </a:lnTo>
                  <a:lnTo>
                    <a:pt x="1684197" y="391858"/>
                  </a:lnTo>
                  <a:lnTo>
                    <a:pt x="1673899" y="430464"/>
                  </a:lnTo>
                  <a:lnTo>
                    <a:pt x="1662734" y="468833"/>
                  </a:lnTo>
                  <a:lnTo>
                    <a:pt x="1650714" y="506944"/>
                  </a:lnTo>
                  <a:lnTo>
                    <a:pt x="1637855" y="544779"/>
                  </a:lnTo>
                  <a:lnTo>
                    <a:pt x="1624145" y="582307"/>
                  </a:lnTo>
                  <a:lnTo>
                    <a:pt x="1609598" y="619531"/>
                  </a:lnTo>
                  <a:lnTo>
                    <a:pt x="1594234" y="656412"/>
                  </a:lnTo>
                  <a:lnTo>
                    <a:pt x="1578051" y="692950"/>
                  </a:lnTo>
                  <a:lnTo>
                    <a:pt x="1561050" y="729111"/>
                  </a:lnTo>
                  <a:lnTo>
                    <a:pt x="1543240" y="764882"/>
                  </a:lnTo>
                  <a:lnTo>
                    <a:pt x="1524649" y="800257"/>
                  </a:lnTo>
                  <a:lnTo>
                    <a:pt x="1505267" y="835202"/>
                  </a:lnTo>
                  <a:lnTo>
                    <a:pt x="1485112" y="869702"/>
                  </a:lnTo>
                  <a:lnTo>
                    <a:pt x="1464195" y="903744"/>
                  </a:lnTo>
                  <a:lnTo>
                    <a:pt x="1442515" y="937321"/>
                  </a:lnTo>
                  <a:lnTo>
                    <a:pt x="1420101" y="970394"/>
                  </a:lnTo>
                  <a:lnTo>
                    <a:pt x="1396944" y="1002965"/>
                  </a:lnTo>
                  <a:lnTo>
                    <a:pt x="1373073" y="1035011"/>
                  </a:lnTo>
                  <a:lnTo>
                    <a:pt x="1348490" y="1066511"/>
                  </a:lnTo>
                  <a:lnTo>
                    <a:pt x="1323213" y="1097457"/>
                  </a:lnTo>
                  <a:lnTo>
                    <a:pt x="1297244" y="1127833"/>
                  </a:lnTo>
                  <a:lnTo>
                    <a:pt x="1270609" y="1157617"/>
                  </a:lnTo>
                  <a:lnTo>
                    <a:pt x="1243317" y="1186807"/>
                  </a:lnTo>
                  <a:lnTo>
                    <a:pt x="1215377" y="1215377"/>
                  </a:lnTo>
                  <a:lnTo>
                    <a:pt x="1186802" y="1243312"/>
                  </a:lnTo>
                  <a:lnTo>
                    <a:pt x="1157617" y="1270609"/>
                  </a:lnTo>
                  <a:lnTo>
                    <a:pt x="1127833" y="1297246"/>
                  </a:lnTo>
                  <a:lnTo>
                    <a:pt x="1097457" y="1323209"/>
                  </a:lnTo>
                  <a:lnTo>
                    <a:pt x="1066511" y="1348488"/>
                  </a:lnTo>
                  <a:lnTo>
                    <a:pt x="1035011" y="1373071"/>
                  </a:lnTo>
                  <a:lnTo>
                    <a:pt x="1002969" y="1396945"/>
                  </a:lnTo>
                  <a:lnTo>
                    <a:pt x="970394" y="1420096"/>
                  </a:lnTo>
                  <a:lnTo>
                    <a:pt x="937323" y="1442517"/>
                  </a:lnTo>
                  <a:lnTo>
                    <a:pt x="903757" y="1464194"/>
                  </a:lnTo>
                  <a:lnTo>
                    <a:pt x="869703" y="1485112"/>
                  </a:lnTo>
                  <a:lnTo>
                    <a:pt x="835202" y="1505271"/>
                  </a:lnTo>
                  <a:lnTo>
                    <a:pt x="800252" y="1524651"/>
                  </a:lnTo>
                  <a:lnTo>
                    <a:pt x="764882" y="1543246"/>
                  </a:lnTo>
                  <a:lnTo>
                    <a:pt x="729111" y="1561047"/>
                  </a:lnTo>
                  <a:lnTo>
                    <a:pt x="692950" y="1578047"/>
                  </a:lnTo>
                  <a:lnTo>
                    <a:pt x="656416" y="1594233"/>
                  </a:lnTo>
                  <a:lnTo>
                    <a:pt x="619531" y="1609604"/>
                  </a:lnTo>
                  <a:lnTo>
                    <a:pt x="582307" y="1624144"/>
                  </a:lnTo>
                  <a:lnTo>
                    <a:pt x="544779" y="1637846"/>
                  </a:lnTo>
                  <a:lnTo>
                    <a:pt x="506944" y="1650713"/>
                  </a:lnTo>
                  <a:lnTo>
                    <a:pt x="468833" y="1662731"/>
                  </a:lnTo>
                  <a:lnTo>
                    <a:pt x="430464" y="1673896"/>
                  </a:lnTo>
                  <a:lnTo>
                    <a:pt x="391858" y="1684201"/>
                  </a:lnTo>
                  <a:lnTo>
                    <a:pt x="353026" y="1693642"/>
                  </a:lnTo>
                  <a:lnTo>
                    <a:pt x="313994" y="1702215"/>
                  </a:lnTo>
                  <a:lnTo>
                    <a:pt x="274788" y="1709913"/>
                  </a:lnTo>
                  <a:lnTo>
                    <a:pt x="235419" y="1716736"/>
                  </a:lnTo>
                  <a:lnTo>
                    <a:pt x="195897" y="1722673"/>
                  </a:lnTo>
                  <a:lnTo>
                    <a:pt x="156260" y="1727729"/>
                  </a:lnTo>
                  <a:lnTo>
                    <a:pt x="116520" y="1731904"/>
                  </a:lnTo>
                  <a:lnTo>
                    <a:pt x="76695" y="1735185"/>
                  </a:lnTo>
                  <a:lnTo>
                    <a:pt x="71793" y="1735532"/>
                  </a:lnTo>
                  <a:lnTo>
                    <a:pt x="66903" y="1735378"/>
                  </a:lnTo>
                  <a:lnTo>
                    <a:pt x="62026" y="1734724"/>
                  </a:lnTo>
                  <a:lnTo>
                    <a:pt x="57162" y="1734064"/>
                  </a:lnTo>
                  <a:lnTo>
                    <a:pt x="52400" y="1732918"/>
                  </a:lnTo>
                  <a:lnTo>
                    <a:pt x="47777" y="1731281"/>
                  </a:lnTo>
                  <a:lnTo>
                    <a:pt x="43129" y="1729644"/>
                  </a:lnTo>
                  <a:lnTo>
                    <a:pt x="38709" y="1727555"/>
                  </a:lnTo>
                  <a:lnTo>
                    <a:pt x="34505" y="1725005"/>
                  </a:lnTo>
                  <a:lnTo>
                    <a:pt x="30302" y="1722460"/>
                  </a:lnTo>
                  <a:lnTo>
                    <a:pt x="26403" y="1719508"/>
                  </a:lnTo>
                  <a:lnTo>
                    <a:pt x="22809" y="1716159"/>
                  </a:lnTo>
                  <a:lnTo>
                    <a:pt x="19202" y="1712812"/>
                  </a:lnTo>
                  <a:lnTo>
                    <a:pt x="5956" y="1692333"/>
                  </a:lnTo>
                  <a:lnTo>
                    <a:pt x="3987" y="1687828"/>
                  </a:lnTo>
                  <a:lnTo>
                    <a:pt x="2501" y="1683165"/>
                  </a:lnTo>
                  <a:lnTo>
                    <a:pt x="1511" y="1678353"/>
                  </a:lnTo>
                  <a:lnTo>
                    <a:pt x="508" y="1673541"/>
                  </a:lnTo>
                  <a:lnTo>
                    <a:pt x="0" y="1668674"/>
                  </a:lnTo>
                  <a:lnTo>
                    <a:pt x="0" y="1663758"/>
                  </a:lnTo>
                  <a:lnTo>
                    <a:pt x="0" y="727684"/>
                  </a:lnTo>
                  <a:lnTo>
                    <a:pt x="0" y="719150"/>
                  </a:lnTo>
                  <a:lnTo>
                    <a:pt x="1485" y="710882"/>
                  </a:lnTo>
                  <a:lnTo>
                    <a:pt x="4432" y="702881"/>
                  </a:lnTo>
                  <a:lnTo>
                    <a:pt x="7391" y="694880"/>
                  </a:lnTo>
                  <a:lnTo>
                    <a:pt x="11645" y="687628"/>
                  </a:lnTo>
                  <a:lnTo>
                    <a:pt x="17195" y="681139"/>
                  </a:lnTo>
                  <a:lnTo>
                    <a:pt x="22733" y="674662"/>
                  </a:lnTo>
                  <a:lnTo>
                    <a:pt x="29235" y="669340"/>
                  </a:lnTo>
                  <a:lnTo>
                    <a:pt x="36690" y="665175"/>
                  </a:lnTo>
                  <a:lnTo>
                    <a:pt x="44145" y="661009"/>
                  </a:lnTo>
                  <a:lnTo>
                    <a:pt x="52082" y="658266"/>
                  </a:lnTo>
                  <a:lnTo>
                    <a:pt x="60515" y="656945"/>
                  </a:lnTo>
                  <a:lnTo>
                    <a:pt x="74414" y="654626"/>
                  </a:lnTo>
                  <a:lnTo>
                    <a:pt x="115798" y="646036"/>
                  </a:lnTo>
                  <a:lnTo>
                    <a:pt x="156603" y="635006"/>
                  </a:lnTo>
                  <a:lnTo>
                    <a:pt x="196696" y="621591"/>
                  </a:lnTo>
                  <a:lnTo>
                    <a:pt x="235921" y="605832"/>
                  </a:lnTo>
                  <a:lnTo>
                    <a:pt x="274154" y="587794"/>
                  </a:lnTo>
                  <a:lnTo>
                    <a:pt x="311245" y="567527"/>
                  </a:lnTo>
                  <a:lnTo>
                    <a:pt x="347084" y="545101"/>
                  </a:lnTo>
                  <a:lnTo>
                    <a:pt x="381540" y="520604"/>
                  </a:lnTo>
                  <a:lnTo>
                    <a:pt x="414477" y="494118"/>
                  </a:lnTo>
                  <a:lnTo>
                    <a:pt x="445800" y="465736"/>
                  </a:lnTo>
                  <a:lnTo>
                    <a:pt x="475402" y="435548"/>
                  </a:lnTo>
                  <a:lnTo>
                    <a:pt x="503164" y="403668"/>
                  </a:lnTo>
                  <a:lnTo>
                    <a:pt x="528993" y="370217"/>
                  </a:lnTo>
                  <a:lnTo>
                    <a:pt x="552808" y="335293"/>
                  </a:lnTo>
                  <a:lnTo>
                    <a:pt x="574525" y="299015"/>
                  </a:lnTo>
                  <a:lnTo>
                    <a:pt x="594059" y="261524"/>
                  </a:lnTo>
                  <a:lnTo>
                    <a:pt x="611339" y="222948"/>
                  </a:lnTo>
                  <a:lnTo>
                    <a:pt x="626323" y="183429"/>
                  </a:lnTo>
                  <a:lnTo>
                    <a:pt x="638949" y="143079"/>
                  </a:lnTo>
                  <a:lnTo>
                    <a:pt x="649169" y="102056"/>
                  </a:lnTo>
                  <a:lnTo>
                    <a:pt x="656945" y="60515"/>
                  </a:lnTo>
                  <a:lnTo>
                    <a:pt x="658266" y="52082"/>
                  </a:lnTo>
                  <a:lnTo>
                    <a:pt x="661009" y="44132"/>
                  </a:lnTo>
                  <a:lnTo>
                    <a:pt x="665175" y="36690"/>
                  </a:lnTo>
                  <a:lnTo>
                    <a:pt x="669340" y="29235"/>
                  </a:lnTo>
                  <a:lnTo>
                    <a:pt x="674662" y="22745"/>
                  </a:lnTo>
                  <a:lnTo>
                    <a:pt x="710882" y="1473"/>
                  </a:lnTo>
                  <a:lnTo>
                    <a:pt x="719150" y="0"/>
                  </a:lnTo>
                  <a:lnTo>
                    <a:pt x="727697" y="0"/>
                  </a:lnTo>
                  <a:lnTo>
                    <a:pt x="1663763" y="0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6558" y="4640323"/>
              <a:ext cx="267796" cy="167415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3923120" y="3883166"/>
            <a:ext cx="1746250" cy="1746250"/>
            <a:chOff x="3923120" y="3883166"/>
            <a:chExt cx="1746250" cy="1746250"/>
          </a:xfrm>
        </p:grpSpPr>
        <p:sp>
          <p:nvSpPr>
            <p:cNvPr id="17" name="object 17"/>
            <p:cNvSpPr/>
            <p:nvPr/>
          </p:nvSpPr>
          <p:spPr>
            <a:xfrm>
              <a:off x="3928478" y="3888523"/>
              <a:ext cx="1736089" cy="1736089"/>
            </a:xfrm>
            <a:custGeom>
              <a:avLst/>
              <a:gdLst/>
              <a:ahLst/>
              <a:cxnLst/>
              <a:rect l="l" t="t" r="r" b="b"/>
              <a:pathLst>
                <a:path w="1736089" h="1736089">
                  <a:moveTo>
                    <a:pt x="1016368" y="0"/>
                  </a:moveTo>
                  <a:lnTo>
                    <a:pt x="66852" y="0"/>
                  </a:lnTo>
                  <a:lnTo>
                    <a:pt x="61988" y="495"/>
                  </a:lnTo>
                  <a:lnTo>
                    <a:pt x="26403" y="15989"/>
                  </a:lnTo>
                  <a:lnTo>
                    <a:pt x="2616" y="52400"/>
                  </a:lnTo>
                  <a:lnTo>
                    <a:pt x="0" y="71793"/>
                  </a:lnTo>
                  <a:lnTo>
                    <a:pt x="342" y="76695"/>
                  </a:lnTo>
                  <a:lnTo>
                    <a:pt x="3627" y="116520"/>
                  </a:lnTo>
                  <a:lnTo>
                    <a:pt x="7797" y="156260"/>
                  </a:lnTo>
                  <a:lnTo>
                    <a:pt x="12853" y="195902"/>
                  </a:lnTo>
                  <a:lnTo>
                    <a:pt x="18796" y="235419"/>
                  </a:lnTo>
                  <a:lnTo>
                    <a:pt x="25615" y="274788"/>
                  </a:lnTo>
                  <a:lnTo>
                    <a:pt x="33312" y="313994"/>
                  </a:lnTo>
                  <a:lnTo>
                    <a:pt x="41884" y="353026"/>
                  </a:lnTo>
                  <a:lnTo>
                    <a:pt x="51333" y="391858"/>
                  </a:lnTo>
                  <a:lnTo>
                    <a:pt x="61631" y="430464"/>
                  </a:lnTo>
                  <a:lnTo>
                    <a:pt x="72796" y="468833"/>
                  </a:lnTo>
                  <a:lnTo>
                    <a:pt x="84816" y="506944"/>
                  </a:lnTo>
                  <a:lnTo>
                    <a:pt x="97675" y="544779"/>
                  </a:lnTo>
                  <a:lnTo>
                    <a:pt x="111385" y="582307"/>
                  </a:lnTo>
                  <a:lnTo>
                    <a:pt x="125933" y="619531"/>
                  </a:lnTo>
                  <a:lnTo>
                    <a:pt x="141297" y="656412"/>
                  </a:lnTo>
                  <a:lnTo>
                    <a:pt x="157480" y="692950"/>
                  </a:lnTo>
                  <a:lnTo>
                    <a:pt x="174480" y="729111"/>
                  </a:lnTo>
                  <a:lnTo>
                    <a:pt x="192290" y="764882"/>
                  </a:lnTo>
                  <a:lnTo>
                    <a:pt x="210881" y="800257"/>
                  </a:lnTo>
                  <a:lnTo>
                    <a:pt x="230263" y="835202"/>
                  </a:lnTo>
                  <a:lnTo>
                    <a:pt x="250418" y="869702"/>
                  </a:lnTo>
                  <a:lnTo>
                    <a:pt x="271335" y="903744"/>
                  </a:lnTo>
                  <a:lnTo>
                    <a:pt x="293015" y="937321"/>
                  </a:lnTo>
                  <a:lnTo>
                    <a:pt x="315429" y="970394"/>
                  </a:lnTo>
                  <a:lnTo>
                    <a:pt x="338586" y="1002965"/>
                  </a:lnTo>
                  <a:lnTo>
                    <a:pt x="362458" y="1035011"/>
                  </a:lnTo>
                  <a:lnTo>
                    <a:pt x="387040" y="1066511"/>
                  </a:lnTo>
                  <a:lnTo>
                    <a:pt x="412318" y="1097457"/>
                  </a:lnTo>
                  <a:lnTo>
                    <a:pt x="438286" y="1127833"/>
                  </a:lnTo>
                  <a:lnTo>
                    <a:pt x="464921" y="1157617"/>
                  </a:lnTo>
                  <a:lnTo>
                    <a:pt x="492213" y="1186807"/>
                  </a:lnTo>
                  <a:lnTo>
                    <a:pt x="520153" y="1215377"/>
                  </a:lnTo>
                  <a:lnTo>
                    <a:pt x="548724" y="1243312"/>
                  </a:lnTo>
                  <a:lnTo>
                    <a:pt x="577913" y="1270609"/>
                  </a:lnTo>
                  <a:lnTo>
                    <a:pt x="607698" y="1297246"/>
                  </a:lnTo>
                  <a:lnTo>
                    <a:pt x="638073" y="1323209"/>
                  </a:lnTo>
                  <a:lnTo>
                    <a:pt x="669015" y="1348488"/>
                  </a:lnTo>
                  <a:lnTo>
                    <a:pt x="700519" y="1373071"/>
                  </a:lnTo>
                  <a:lnTo>
                    <a:pt x="732561" y="1396945"/>
                  </a:lnTo>
                  <a:lnTo>
                    <a:pt x="765136" y="1420096"/>
                  </a:lnTo>
                  <a:lnTo>
                    <a:pt x="798207" y="1442517"/>
                  </a:lnTo>
                  <a:lnTo>
                    <a:pt x="831773" y="1464194"/>
                  </a:lnTo>
                  <a:lnTo>
                    <a:pt x="865822" y="1485112"/>
                  </a:lnTo>
                  <a:lnTo>
                    <a:pt x="900328" y="1505271"/>
                  </a:lnTo>
                  <a:lnTo>
                    <a:pt x="935272" y="1524651"/>
                  </a:lnTo>
                  <a:lnTo>
                    <a:pt x="970635" y="1543246"/>
                  </a:lnTo>
                  <a:lnTo>
                    <a:pt x="1006417" y="1561047"/>
                  </a:lnTo>
                  <a:lnTo>
                    <a:pt x="1042581" y="1578047"/>
                  </a:lnTo>
                  <a:lnTo>
                    <a:pt x="1079114" y="1594233"/>
                  </a:lnTo>
                  <a:lnTo>
                    <a:pt x="1115999" y="1609604"/>
                  </a:lnTo>
                  <a:lnTo>
                    <a:pt x="1153223" y="1624145"/>
                  </a:lnTo>
                  <a:lnTo>
                    <a:pt x="1190752" y="1637851"/>
                  </a:lnTo>
                  <a:lnTo>
                    <a:pt x="1228586" y="1650713"/>
                  </a:lnTo>
                  <a:lnTo>
                    <a:pt x="1266698" y="1662731"/>
                  </a:lnTo>
                  <a:lnTo>
                    <a:pt x="1305066" y="1673896"/>
                  </a:lnTo>
                  <a:lnTo>
                    <a:pt x="1343672" y="1684201"/>
                  </a:lnTo>
                  <a:lnTo>
                    <a:pt x="1382504" y="1693642"/>
                  </a:lnTo>
                  <a:lnTo>
                    <a:pt x="1421536" y="1702215"/>
                  </a:lnTo>
                  <a:lnTo>
                    <a:pt x="1460742" y="1709912"/>
                  </a:lnTo>
                  <a:lnTo>
                    <a:pt x="1500111" y="1716731"/>
                  </a:lnTo>
                  <a:lnTo>
                    <a:pt x="1539633" y="1722672"/>
                  </a:lnTo>
                  <a:lnTo>
                    <a:pt x="1579270" y="1727729"/>
                  </a:lnTo>
                  <a:lnTo>
                    <a:pt x="1619010" y="1731904"/>
                  </a:lnTo>
                  <a:lnTo>
                    <a:pt x="1658835" y="1735185"/>
                  </a:lnTo>
                  <a:lnTo>
                    <a:pt x="1663738" y="1735532"/>
                  </a:lnTo>
                  <a:lnTo>
                    <a:pt x="1668627" y="1735378"/>
                  </a:lnTo>
                  <a:lnTo>
                    <a:pt x="1705229" y="1722460"/>
                  </a:lnTo>
                  <a:lnTo>
                    <a:pt x="1731543" y="1687828"/>
                  </a:lnTo>
                  <a:lnTo>
                    <a:pt x="1735531" y="1668674"/>
                  </a:lnTo>
                  <a:lnTo>
                    <a:pt x="1735531" y="1663758"/>
                  </a:lnTo>
                  <a:lnTo>
                    <a:pt x="1735531" y="719150"/>
                  </a:lnTo>
                  <a:lnTo>
                    <a:pt x="1712798" y="674662"/>
                  </a:lnTo>
                  <a:lnTo>
                    <a:pt x="1675015" y="656945"/>
                  </a:lnTo>
                  <a:lnTo>
                    <a:pt x="1661116" y="654626"/>
                  </a:lnTo>
                  <a:lnTo>
                    <a:pt x="1619732" y="646036"/>
                  </a:lnTo>
                  <a:lnTo>
                    <a:pt x="1578927" y="635006"/>
                  </a:lnTo>
                  <a:lnTo>
                    <a:pt x="1538835" y="621591"/>
                  </a:lnTo>
                  <a:lnTo>
                    <a:pt x="1499604" y="605832"/>
                  </a:lnTo>
                  <a:lnTo>
                    <a:pt x="1461376" y="587794"/>
                  </a:lnTo>
                  <a:lnTo>
                    <a:pt x="1424285" y="567527"/>
                  </a:lnTo>
                  <a:lnTo>
                    <a:pt x="1388446" y="545101"/>
                  </a:lnTo>
                  <a:lnTo>
                    <a:pt x="1353990" y="520604"/>
                  </a:lnTo>
                  <a:lnTo>
                    <a:pt x="1321041" y="494118"/>
                  </a:lnTo>
                  <a:lnTo>
                    <a:pt x="1289724" y="465736"/>
                  </a:lnTo>
                  <a:lnTo>
                    <a:pt x="1260128" y="435548"/>
                  </a:lnTo>
                  <a:lnTo>
                    <a:pt x="1232366" y="403668"/>
                  </a:lnTo>
                  <a:lnTo>
                    <a:pt x="1206538" y="370217"/>
                  </a:lnTo>
                  <a:lnTo>
                    <a:pt x="1182722" y="335293"/>
                  </a:lnTo>
                  <a:lnTo>
                    <a:pt x="1161005" y="299015"/>
                  </a:lnTo>
                  <a:lnTo>
                    <a:pt x="1141472" y="261524"/>
                  </a:lnTo>
                  <a:lnTo>
                    <a:pt x="1124191" y="222948"/>
                  </a:lnTo>
                  <a:lnTo>
                    <a:pt x="1109207" y="183429"/>
                  </a:lnTo>
                  <a:lnTo>
                    <a:pt x="1096581" y="143079"/>
                  </a:lnTo>
                  <a:lnTo>
                    <a:pt x="1086361" y="102056"/>
                  </a:lnTo>
                  <a:lnTo>
                    <a:pt x="1078585" y="60515"/>
                  </a:lnTo>
                  <a:lnTo>
                    <a:pt x="1077252" y="52082"/>
                  </a:lnTo>
                  <a:lnTo>
                    <a:pt x="1074521" y="44132"/>
                  </a:lnTo>
                  <a:lnTo>
                    <a:pt x="1047902" y="11645"/>
                  </a:lnTo>
                  <a:lnTo>
                    <a:pt x="1024636" y="1473"/>
                  </a:lnTo>
                  <a:lnTo>
                    <a:pt x="1016368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928478" y="3888523"/>
              <a:ext cx="1736089" cy="1736089"/>
            </a:xfrm>
            <a:custGeom>
              <a:avLst/>
              <a:gdLst/>
              <a:ahLst/>
              <a:cxnLst/>
              <a:rect l="l" t="t" r="r" b="b"/>
              <a:pathLst>
                <a:path w="1736089" h="1736089">
                  <a:moveTo>
                    <a:pt x="1735531" y="1663758"/>
                  </a:moveTo>
                  <a:lnTo>
                    <a:pt x="1735531" y="1668674"/>
                  </a:lnTo>
                  <a:lnTo>
                    <a:pt x="1735023" y="1673541"/>
                  </a:lnTo>
                  <a:lnTo>
                    <a:pt x="1734019" y="1678353"/>
                  </a:lnTo>
                  <a:lnTo>
                    <a:pt x="1733029" y="1683165"/>
                  </a:lnTo>
                  <a:lnTo>
                    <a:pt x="1731543" y="1687828"/>
                  </a:lnTo>
                  <a:lnTo>
                    <a:pt x="1729574" y="1692333"/>
                  </a:lnTo>
                  <a:lnTo>
                    <a:pt x="1727619" y="1696843"/>
                  </a:lnTo>
                  <a:lnTo>
                    <a:pt x="1712722" y="1716159"/>
                  </a:lnTo>
                  <a:lnTo>
                    <a:pt x="1709127" y="1719508"/>
                  </a:lnTo>
                  <a:lnTo>
                    <a:pt x="1705229" y="1722460"/>
                  </a:lnTo>
                  <a:lnTo>
                    <a:pt x="1701025" y="1725005"/>
                  </a:lnTo>
                  <a:lnTo>
                    <a:pt x="1696821" y="1727555"/>
                  </a:lnTo>
                  <a:lnTo>
                    <a:pt x="1692402" y="1729644"/>
                  </a:lnTo>
                  <a:lnTo>
                    <a:pt x="1687753" y="1731281"/>
                  </a:lnTo>
                  <a:lnTo>
                    <a:pt x="1683131" y="1732918"/>
                  </a:lnTo>
                  <a:lnTo>
                    <a:pt x="1678368" y="1734064"/>
                  </a:lnTo>
                  <a:lnTo>
                    <a:pt x="1673491" y="1734724"/>
                  </a:lnTo>
                  <a:lnTo>
                    <a:pt x="1668627" y="1735378"/>
                  </a:lnTo>
                  <a:lnTo>
                    <a:pt x="1663738" y="1735532"/>
                  </a:lnTo>
                  <a:lnTo>
                    <a:pt x="1658835" y="1735185"/>
                  </a:lnTo>
                  <a:lnTo>
                    <a:pt x="1619010" y="1731904"/>
                  </a:lnTo>
                  <a:lnTo>
                    <a:pt x="1579270" y="1727729"/>
                  </a:lnTo>
                  <a:lnTo>
                    <a:pt x="1539633" y="1722673"/>
                  </a:lnTo>
                  <a:lnTo>
                    <a:pt x="1500111" y="1716736"/>
                  </a:lnTo>
                  <a:lnTo>
                    <a:pt x="1460742" y="1709913"/>
                  </a:lnTo>
                  <a:lnTo>
                    <a:pt x="1421536" y="1702215"/>
                  </a:lnTo>
                  <a:lnTo>
                    <a:pt x="1382504" y="1693642"/>
                  </a:lnTo>
                  <a:lnTo>
                    <a:pt x="1343672" y="1684201"/>
                  </a:lnTo>
                  <a:lnTo>
                    <a:pt x="1305066" y="1673896"/>
                  </a:lnTo>
                  <a:lnTo>
                    <a:pt x="1266698" y="1662731"/>
                  </a:lnTo>
                  <a:lnTo>
                    <a:pt x="1228586" y="1650713"/>
                  </a:lnTo>
                  <a:lnTo>
                    <a:pt x="1190752" y="1637846"/>
                  </a:lnTo>
                  <a:lnTo>
                    <a:pt x="1153223" y="1624144"/>
                  </a:lnTo>
                  <a:lnTo>
                    <a:pt x="1115999" y="1609604"/>
                  </a:lnTo>
                  <a:lnTo>
                    <a:pt x="1079114" y="1594233"/>
                  </a:lnTo>
                  <a:lnTo>
                    <a:pt x="1042581" y="1578047"/>
                  </a:lnTo>
                  <a:lnTo>
                    <a:pt x="1006417" y="1561047"/>
                  </a:lnTo>
                  <a:lnTo>
                    <a:pt x="970635" y="1543246"/>
                  </a:lnTo>
                  <a:lnTo>
                    <a:pt x="935272" y="1524651"/>
                  </a:lnTo>
                  <a:lnTo>
                    <a:pt x="900328" y="1505271"/>
                  </a:lnTo>
                  <a:lnTo>
                    <a:pt x="865822" y="1485112"/>
                  </a:lnTo>
                  <a:lnTo>
                    <a:pt x="831773" y="1464194"/>
                  </a:lnTo>
                  <a:lnTo>
                    <a:pt x="798207" y="1442517"/>
                  </a:lnTo>
                  <a:lnTo>
                    <a:pt x="765136" y="1420096"/>
                  </a:lnTo>
                  <a:lnTo>
                    <a:pt x="732561" y="1396945"/>
                  </a:lnTo>
                  <a:lnTo>
                    <a:pt x="700519" y="1373071"/>
                  </a:lnTo>
                  <a:lnTo>
                    <a:pt x="669015" y="1348488"/>
                  </a:lnTo>
                  <a:lnTo>
                    <a:pt x="638073" y="1323209"/>
                  </a:lnTo>
                  <a:lnTo>
                    <a:pt x="607698" y="1297246"/>
                  </a:lnTo>
                  <a:lnTo>
                    <a:pt x="577913" y="1270609"/>
                  </a:lnTo>
                  <a:lnTo>
                    <a:pt x="548724" y="1243312"/>
                  </a:lnTo>
                  <a:lnTo>
                    <a:pt x="520153" y="1215377"/>
                  </a:lnTo>
                  <a:lnTo>
                    <a:pt x="492213" y="1186807"/>
                  </a:lnTo>
                  <a:lnTo>
                    <a:pt x="464921" y="1157617"/>
                  </a:lnTo>
                  <a:lnTo>
                    <a:pt x="438286" y="1127833"/>
                  </a:lnTo>
                  <a:lnTo>
                    <a:pt x="412318" y="1097457"/>
                  </a:lnTo>
                  <a:lnTo>
                    <a:pt x="387040" y="1066511"/>
                  </a:lnTo>
                  <a:lnTo>
                    <a:pt x="362458" y="1035011"/>
                  </a:lnTo>
                  <a:lnTo>
                    <a:pt x="338586" y="1002965"/>
                  </a:lnTo>
                  <a:lnTo>
                    <a:pt x="315429" y="970394"/>
                  </a:lnTo>
                  <a:lnTo>
                    <a:pt x="293015" y="937321"/>
                  </a:lnTo>
                  <a:lnTo>
                    <a:pt x="271335" y="903744"/>
                  </a:lnTo>
                  <a:lnTo>
                    <a:pt x="250418" y="869702"/>
                  </a:lnTo>
                  <a:lnTo>
                    <a:pt x="230263" y="835202"/>
                  </a:lnTo>
                  <a:lnTo>
                    <a:pt x="210881" y="800257"/>
                  </a:lnTo>
                  <a:lnTo>
                    <a:pt x="192290" y="764882"/>
                  </a:lnTo>
                  <a:lnTo>
                    <a:pt x="174480" y="729111"/>
                  </a:lnTo>
                  <a:lnTo>
                    <a:pt x="157480" y="692950"/>
                  </a:lnTo>
                  <a:lnTo>
                    <a:pt x="141297" y="656412"/>
                  </a:lnTo>
                  <a:lnTo>
                    <a:pt x="125933" y="619531"/>
                  </a:lnTo>
                  <a:lnTo>
                    <a:pt x="111385" y="582307"/>
                  </a:lnTo>
                  <a:lnTo>
                    <a:pt x="97675" y="544779"/>
                  </a:lnTo>
                  <a:lnTo>
                    <a:pt x="84816" y="506944"/>
                  </a:lnTo>
                  <a:lnTo>
                    <a:pt x="72796" y="468833"/>
                  </a:lnTo>
                  <a:lnTo>
                    <a:pt x="61631" y="430464"/>
                  </a:lnTo>
                  <a:lnTo>
                    <a:pt x="51333" y="391858"/>
                  </a:lnTo>
                  <a:lnTo>
                    <a:pt x="41884" y="353026"/>
                  </a:lnTo>
                  <a:lnTo>
                    <a:pt x="33312" y="313994"/>
                  </a:lnTo>
                  <a:lnTo>
                    <a:pt x="25615" y="274788"/>
                  </a:lnTo>
                  <a:lnTo>
                    <a:pt x="18796" y="235419"/>
                  </a:lnTo>
                  <a:lnTo>
                    <a:pt x="12853" y="195902"/>
                  </a:lnTo>
                  <a:lnTo>
                    <a:pt x="7797" y="156260"/>
                  </a:lnTo>
                  <a:lnTo>
                    <a:pt x="3627" y="116520"/>
                  </a:lnTo>
                  <a:lnTo>
                    <a:pt x="342" y="76695"/>
                  </a:lnTo>
                  <a:lnTo>
                    <a:pt x="0" y="71793"/>
                  </a:lnTo>
                  <a:lnTo>
                    <a:pt x="152" y="66903"/>
                  </a:lnTo>
                  <a:lnTo>
                    <a:pt x="812" y="62026"/>
                  </a:lnTo>
                  <a:lnTo>
                    <a:pt x="1460" y="57162"/>
                  </a:lnTo>
                  <a:lnTo>
                    <a:pt x="19367" y="22809"/>
                  </a:lnTo>
                  <a:lnTo>
                    <a:pt x="22720" y="19202"/>
                  </a:lnTo>
                  <a:lnTo>
                    <a:pt x="57175" y="1498"/>
                  </a:lnTo>
                  <a:lnTo>
                    <a:pt x="61988" y="495"/>
                  </a:lnTo>
                  <a:lnTo>
                    <a:pt x="66852" y="0"/>
                  </a:lnTo>
                  <a:lnTo>
                    <a:pt x="71767" y="0"/>
                  </a:lnTo>
                  <a:lnTo>
                    <a:pt x="1007833" y="0"/>
                  </a:lnTo>
                  <a:lnTo>
                    <a:pt x="1016368" y="0"/>
                  </a:lnTo>
                  <a:lnTo>
                    <a:pt x="1024636" y="1473"/>
                  </a:lnTo>
                  <a:lnTo>
                    <a:pt x="1060869" y="22745"/>
                  </a:lnTo>
                  <a:lnTo>
                    <a:pt x="1070356" y="36690"/>
                  </a:lnTo>
                  <a:lnTo>
                    <a:pt x="1074521" y="44132"/>
                  </a:lnTo>
                  <a:lnTo>
                    <a:pt x="1077252" y="52082"/>
                  </a:lnTo>
                  <a:lnTo>
                    <a:pt x="1078585" y="60515"/>
                  </a:lnTo>
                  <a:lnTo>
                    <a:pt x="1080904" y="74414"/>
                  </a:lnTo>
                  <a:lnTo>
                    <a:pt x="1089494" y="115798"/>
                  </a:lnTo>
                  <a:lnTo>
                    <a:pt x="1100524" y="156609"/>
                  </a:lnTo>
                  <a:lnTo>
                    <a:pt x="1113939" y="196697"/>
                  </a:lnTo>
                  <a:lnTo>
                    <a:pt x="1129699" y="235921"/>
                  </a:lnTo>
                  <a:lnTo>
                    <a:pt x="1147737" y="274154"/>
                  </a:lnTo>
                  <a:lnTo>
                    <a:pt x="1168003" y="311245"/>
                  </a:lnTo>
                  <a:lnTo>
                    <a:pt x="1190429" y="347089"/>
                  </a:lnTo>
                  <a:lnTo>
                    <a:pt x="1214926" y="381540"/>
                  </a:lnTo>
                  <a:lnTo>
                    <a:pt x="1241412" y="414477"/>
                  </a:lnTo>
                  <a:lnTo>
                    <a:pt x="1269794" y="445800"/>
                  </a:lnTo>
                  <a:lnTo>
                    <a:pt x="1299976" y="475402"/>
                  </a:lnTo>
                  <a:lnTo>
                    <a:pt x="1331857" y="503164"/>
                  </a:lnTo>
                  <a:lnTo>
                    <a:pt x="1365313" y="528993"/>
                  </a:lnTo>
                  <a:lnTo>
                    <a:pt x="1400242" y="552808"/>
                  </a:lnTo>
                  <a:lnTo>
                    <a:pt x="1436516" y="574525"/>
                  </a:lnTo>
                  <a:lnTo>
                    <a:pt x="1474004" y="594059"/>
                  </a:lnTo>
                  <a:lnTo>
                    <a:pt x="1512582" y="611339"/>
                  </a:lnTo>
                  <a:lnTo>
                    <a:pt x="1552107" y="626323"/>
                  </a:lnTo>
                  <a:lnTo>
                    <a:pt x="1592453" y="638949"/>
                  </a:lnTo>
                  <a:lnTo>
                    <a:pt x="1633474" y="649169"/>
                  </a:lnTo>
                  <a:lnTo>
                    <a:pt x="1675015" y="656945"/>
                  </a:lnTo>
                  <a:lnTo>
                    <a:pt x="1683448" y="658266"/>
                  </a:lnTo>
                  <a:lnTo>
                    <a:pt x="1691386" y="661009"/>
                  </a:lnTo>
                  <a:lnTo>
                    <a:pt x="1698840" y="665175"/>
                  </a:lnTo>
                  <a:lnTo>
                    <a:pt x="1706295" y="669340"/>
                  </a:lnTo>
                  <a:lnTo>
                    <a:pt x="1712798" y="674662"/>
                  </a:lnTo>
                  <a:lnTo>
                    <a:pt x="1718335" y="681139"/>
                  </a:lnTo>
                  <a:lnTo>
                    <a:pt x="1723885" y="687628"/>
                  </a:lnTo>
                  <a:lnTo>
                    <a:pt x="1728139" y="694880"/>
                  </a:lnTo>
                  <a:lnTo>
                    <a:pt x="1731098" y="702881"/>
                  </a:lnTo>
                  <a:lnTo>
                    <a:pt x="1734045" y="710882"/>
                  </a:lnTo>
                  <a:lnTo>
                    <a:pt x="1735531" y="719150"/>
                  </a:lnTo>
                  <a:lnTo>
                    <a:pt x="1735531" y="727684"/>
                  </a:lnTo>
                  <a:lnTo>
                    <a:pt x="1735531" y="1663758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0882" y="4589782"/>
              <a:ext cx="250149" cy="26814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77722" y="2535237"/>
            <a:ext cx="300926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778635">
              <a:lnSpc>
                <a:spcPct val="100000"/>
              </a:lnSpc>
              <a:spcBef>
                <a:spcPts val="135"/>
              </a:spcBef>
            </a:pPr>
            <a:r>
              <a:rPr dirty="0" sz="1650" spc="-25" b="1">
                <a:solidFill>
                  <a:srgbClr val="262424"/>
                </a:solidFill>
                <a:latin typeface="Tahoma"/>
                <a:cs typeface="Tahoma"/>
              </a:rPr>
              <a:t>Basic</a:t>
            </a:r>
            <a:r>
              <a:rPr dirty="0" sz="1650" spc="-15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650" spc="-25" b="1">
                <a:solidFill>
                  <a:srgbClr val="262424"/>
                </a:solidFill>
                <a:latin typeface="Tahoma"/>
                <a:cs typeface="Tahoma"/>
              </a:rPr>
              <a:t>Salary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foundation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of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salary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structure.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49590" y="2401887"/>
            <a:ext cx="289623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0" b="1">
                <a:solidFill>
                  <a:srgbClr val="262424"/>
                </a:solidFill>
                <a:latin typeface="Tahoma"/>
                <a:cs typeface="Tahoma"/>
              </a:rPr>
              <a:t>HRA</a:t>
            </a:r>
            <a:r>
              <a:rPr dirty="0" sz="1650" spc="-16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Tahoma"/>
                <a:cs typeface="Tahoma"/>
              </a:rPr>
              <a:t>(20%)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House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Rent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Allowance,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calculated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as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20%</a:t>
            </a:r>
            <a:r>
              <a:rPr dirty="0" sz="1350" spc="-13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of</a:t>
            </a:r>
            <a:r>
              <a:rPr dirty="0" sz="1350" spc="-13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Basic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Salary.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49590" y="4316412"/>
            <a:ext cx="273875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5" b="1">
                <a:solidFill>
                  <a:srgbClr val="262424"/>
                </a:solidFill>
                <a:latin typeface="Tahoma"/>
                <a:cs typeface="Tahoma"/>
              </a:rPr>
              <a:t>DA</a:t>
            </a:r>
            <a:r>
              <a:rPr dirty="0" sz="1650" spc="-18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Tahoma"/>
                <a:cs typeface="Tahoma"/>
              </a:rPr>
              <a:t>(10%)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Dearness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Allowance,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calculated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as </a:t>
            </a:r>
            <a:r>
              <a:rPr dirty="0" sz="1350" spc="-185">
                <a:solidFill>
                  <a:srgbClr val="262424"/>
                </a:solidFill>
                <a:latin typeface="Verdana"/>
                <a:cs typeface="Verdana"/>
              </a:rPr>
              <a:t>10%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of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Basic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Salary.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8416" y="4316412"/>
            <a:ext cx="309880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35"/>
              </a:spcBef>
            </a:pPr>
            <a:r>
              <a:rPr dirty="0" sz="1650" spc="-25" b="1">
                <a:solidFill>
                  <a:srgbClr val="262424"/>
                </a:solidFill>
                <a:latin typeface="Tahoma"/>
                <a:cs typeface="Tahoma"/>
              </a:rPr>
              <a:t>PF</a:t>
            </a:r>
            <a:r>
              <a:rPr dirty="0" sz="1650" spc="-17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262424"/>
                </a:solidFill>
                <a:latin typeface="Tahoma"/>
                <a:cs typeface="Tahoma"/>
              </a:rPr>
              <a:t>(8%)</a:t>
            </a:r>
            <a:endParaRPr sz="1650">
              <a:latin typeface="Tahoma"/>
              <a:cs typeface="Tahoma"/>
            </a:endParaRPr>
          </a:p>
          <a:p>
            <a:pPr algn="r" marR="7620">
              <a:lnSpc>
                <a:spcPct val="100000"/>
              </a:lnSpc>
              <a:spcBef>
                <a:spcPts val="1095"/>
              </a:spcBef>
            </a:pP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Provident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Fund,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mandatory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deduction</a:t>
            </a:r>
            <a:endParaRPr sz="1350">
              <a:latin typeface="Verdana"/>
              <a:cs typeface="Verdana"/>
            </a:endParaRPr>
          </a:p>
          <a:p>
            <a:pPr algn="r" marR="7620">
              <a:lnSpc>
                <a:spcPct val="100000"/>
              </a:lnSpc>
              <a:spcBef>
                <a:spcPts val="555"/>
              </a:spcBef>
            </a:pP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of</a:t>
            </a:r>
            <a:r>
              <a:rPr dirty="0" sz="1350" spc="-13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8%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from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Basic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Salary.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4" name="object 24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0"/>
            <a:ext cx="4286250" cy="8810625"/>
            <a:chOff x="7143750" y="0"/>
            <a:chExt cx="4286250" cy="8810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50" cy="8810623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8300466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5" y="454025"/>
            <a:ext cx="5846445" cy="86550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55"/>
              </a:spcBef>
            </a:pPr>
            <a:r>
              <a:rPr dirty="0" spc="-30"/>
              <a:t>The</a:t>
            </a:r>
            <a:r>
              <a:rPr dirty="0" spc="-275"/>
              <a:t> </a:t>
            </a:r>
            <a:r>
              <a:rPr dirty="0" spc="-110"/>
              <a:t>Calculation</a:t>
            </a:r>
            <a:r>
              <a:rPr dirty="0" spc="-270"/>
              <a:t> </a:t>
            </a:r>
            <a:r>
              <a:rPr dirty="0" spc="-85"/>
              <a:t>Logic:</a:t>
            </a:r>
            <a:r>
              <a:rPr dirty="0" spc="-275"/>
              <a:t> </a:t>
            </a:r>
            <a:r>
              <a:rPr dirty="0" spc="-65"/>
              <a:t>Gross</a:t>
            </a:r>
            <a:r>
              <a:rPr dirty="0" spc="-270"/>
              <a:t> </a:t>
            </a:r>
            <a:r>
              <a:rPr dirty="0" spc="-100"/>
              <a:t>and</a:t>
            </a:r>
            <a:r>
              <a:rPr dirty="0" spc="-275"/>
              <a:t> </a:t>
            </a:r>
            <a:r>
              <a:rPr dirty="0" spc="-25"/>
              <a:t>Net </a:t>
            </a:r>
            <a:r>
              <a:rPr dirty="0" spc="-10"/>
              <a:t>Salary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5" y="1536064"/>
            <a:ext cx="592963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Once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individual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components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are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determined,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program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calculates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the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gross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net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salaries.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0062" y="4286250"/>
            <a:ext cx="2448560" cy="800735"/>
          </a:xfrm>
          <a:custGeom>
            <a:avLst/>
            <a:gdLst/>
            <a:ahLst/>
            <a:cxnLst/>
            <a:rect l="l" t="t" r="r" b="b"/>
            <a:pathLst>
              <a:path w="2448560" h="800735">
                <a:moveTo>
                  <a:pt x="2447937" y="56070"/>
                </a:moveTo>
                <a:lnTo>
                  <a:pt x="2447925" y="52057"/>
                </a:lnTo>
                <a:lnTo>
                  <a:pt x="2446401" y="44411"/>
                </a:lnTo>
                <a:lnTo>
                  <a:pt x="2444927" y="40894"/>
                </a:lnTo>
                <a:lnTo>
                  <a:pt x="2444877" y="40678"/>
                </a:lnTo>
                <a:lnTo>
                  <a:pt x="2441854" y="33401"/>
                </a:lnTo>
                <a:lnTo>
                  <a:pt x="2441765" y="33261"/>
                </a:lnTo>
                <a:lnTo>
                  <a:pt x="2440305" y="29705"/>
                </a:lnTo>
                <a:lnTo>
                  <a:pt x="2435974" y="23215"/>
                </a:lnTo>
                <a:lnTo>
                  <a:pt x="2433320" y="20574"/>
                </a:lnTo>
                <a:lnTo>
                  <a:pt x="2433155" y="20358"/>
                </a:lnTo>
                <a:lnTo>
                  <a:pt x="2427567" y="14782"/>
                </a:lnTo>
                <a:lnTo>
                  <a:pt x="2427414" y="14668"/>
                </a:lnTo>
                <a:lnTo>
                  <a:pt x="2424722" y="11963"/>
                </a:lnTo>
                <a:lnTo>
                  <a:pt x="2418232" y="7632"/>
                </a:lnTo>
                <a:lnTo>
                  <a:pt x="2414727" y="6184"/>
                </a:lnTo>
                <a:lnTo>
                  <a:pt x="2414524" y="6070"/>
                </a:lnTo>
                <a:lnTo>
                  <a:pt x="2407247" y="3060"/>
                </a:lnTo>
                <a:lnTo>
                  <a:pt x="2407069" y="3009"/>
                </a:lnTo>
                <a:lnTo>
                  <a:pt x="2403525" y="1536"/>
                </a:lnTo>
                <a:lnTo>
                  <a:pt x="2395880" y="12"/>
                </a:lnTo>
                <a:lnTo>
                  <a:pt x="2391994" y="12"/>
                </a:lnTo>
                <a:lnTo>
                  <a:pt x="2391867" y="0"/>
                </a:lnTo>
                <a:lnTo>
                  <a:pt x="56070" y="0"/>
                </a:lnTo>
                <a:lnTo>
                  <a:pt x="55930" y="12"/>
                </a:lnTo>
                <a:lnTo>
                  <a:pt x="52057" y="12"/>
                </a:lnTo>
                <a:lnTo>
                  <a:pt x="44399" y="1536"/>
                </a:lnTo>
                <a:lnTo>
                  <a:pt x="40805" y="3035"/>
                </a:lnTo>
                <a:lnTo>
                  <a:pt x="33413" y="6070"/>
                </a:lnTo>
                <a:lnTo>
                  <a:pt x="33248" y="6159"/>
                </a:lnTo>
                <a:lnTo>
                  <a:pt x="29692" y="7632"/>
                </a:lnTo>
                <a:lnTo>
                  <a:pt x="23202" y="11963"/>
                </a:lnTo>
                <a:lnTo>
                  <a:pt x="20434" y="14732"/>
                </a:lnTo>
                <a:lnTo>
                  <a:pt x="14795" y="20358"/>
                </a:lnTo>
                <a:lnTo>
                  <a:pt x="11950" y="23215"/>
                </a:lnTo>
                <a:lnTo>
                  <a:pt x="7620" y="29705"/>
                </a:lnTo>
                <a:lnTo>
                  <a:pt x="6096" y="33362"/>
                </a:lnTo>
                <a:lnTo>
                  <a:pt x="3860" y="38773"/>
                </a:lnTo>
                <a:lnTo>
                  <a:pt x="3073" y="40678"/>
                </a:lnTo>
                <a:lnTo>
                  <a:pt x="1524" y="44411"/>
                </a:lnTo>
                <a:lnTo>
                  <a:pt x="0" y="52057"/>
                </a:lnTo>
                <a:lnTo>
                  <a:pt x="0" y="748055"/>
                </a:lnTo>
                <a:lnTo>
                  <a:pt x="1524" y="755713"/>
                </a:lnTo>
                <a:lnTo>
                  <a:pt x="23202" y="788162"/>
                </a:lnTo>
                <a:lnTo>
                  <a:pt x="52057" y="800112"/>
                </a:lnTo>
                <a:lnTo>
                  <a:pt x="2395880" y="800112"/>
                </a:lnTo>
                <a:lnTo>
                  <a:pt x="2403525" y="798588"/>
                </a:lnTo>
                <a:lnTo>
                  <a:pt x="2418232" y="792492"/>
                </a:lnTo>
                <a:lnTo>
                  <a:pt x="2424722" y="788162"/>
                </a:lnTo>
                <a:lnTo>
                  <a:pt x="2430361" y="782523"/>
                </a:lnTo>
                <a:lnTo>
                  <a:pt x="2433155" y="779741"/>
                </a:lnTo>
                <a:lnTo>
                  <a:pt x="2435974" y="776909"/>
                </a:lnTo>
                <a:lnTo>
                  <a:pt x="2440305" y="770420"/>
                </a:lnTo>
                <a:lnTo>
                  <a:pt x="2441816" y="766762"/>
                </a:lnTo>
                <a:lnTo>
                  <a:pt x="2444877" y="759409"/>
                </a:lnTo>
                <a:lnTo>
                  <a:pt x="2446401" y="755713"/>
                </a:lnTo>
                <a:lnTo>
                  <a:pt x="2447925" y="748055"/>
                </a:lnTo>
                <a:lnTo>
                  <a:pt x="2447925" y="744156"/>
                </a:lnTo>
                <a:lnTo>
                  <a:pt x="2447937" y="744029"/>
                </a:lnTo>
                <a:lnTo>
                  <a:pt x="2447937" y="5607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00062" y="7343775"/>
            <a:ext cx="2448560" cy="800100"/>
          </a:xfrm>
          <a:custGeom>
            <a:avLst/>
            <a:gdLst/>
            <a:ahLst/>
            <a:cxnLst/>
            <a:rect l="l" t="t" r="r" b="b"/>
            <a:pathLst>
              <a:path w="2448560" h="800100">
                <a:moveTo>
                  <a:pt x="2447937" y="56070"/>
                </a:moveTo>
                <a:lnTo>
                  <a:pt x="2447925" y="52057"/>
                </a:lnTo>
                <a:lnTo>
                  <a:pt x="2446401" y="44411"/>
                </a:lnTo>
                <a:lnTo>
                  <a:pt x="2444927" y="40894"/>
                </a:lnTo>
                <a:lnTo>
                  <a:pt x="2444877" y="40678"/>
                </a:lnTo>
                <a:lnTo>
                  <a:pt x="2441854" y="33401"/>
                </a:lnTo>
                <a:lnTo>
                  <a:pt x="2441765" y="33261"/>
                </a:lnTo>
                <a:lnTo>
                  <a:pt x="2440305" y="29705"/>
                </a:lnTo>
                <a:lnTo>
                  <a:pt x="2435974" y="23215"/>
                </a:lnTo>
                <a:lnTo>
                  <a:pt x="2433320" y="20574"/>
                </a:lnTo>
                <a:lnTo>
                  <a:pt x="2433155" y="20358"/>
                </a:lnTo>
                <a:lnTo>
                  <a:pt x="2427567" y="14782"/>
                </a:lnTo>
                <a:lnTo>
                  <a:pt x="2427427" y="14681"/>
                </a:lnTo>
                <a:lnTo>
                  <a:pt x="2424722" y="11963"/>
                </a:lnTo>
                <a:lnTo>
                  <a:pt x="2418232" y="7632"/>
                </a:lnTo>
                <a:lnTo>
                  <a:pt x="2414727" y="6184"/>
                </a:lnTo>
                <a:lnTo>
                  <a:pt x="2414524" y="6070"/>
                </a:lnTo>
                <a:lnTo>
                  <a:pt x="2407247" y="3060"/>
                </a:lnTo>
                <a:lnTo>
                  <a:pt x="2407069" y="3009"/>
                </a:lnTo>
                <a:lnTo>
                  <a:pt x="2403525" y="1536"/>
                </a:lnTo>
                <a:lnTo>
                  <a:pt x="2395880" y="12"/>
                </a:lnTo>
                <a:lnTo>
                  <a:pt x="2391994" y="12"/>
                </a:lnTo>
                <a:lnTo>
                  <a:pt x="2391867" y="0"/>
                </a:lnTo>
                <a:lnTo>
                  <a:pt x="56070" y="0"/>
                </a:lnTo>
                <a:lnTo>
                  <a:pt x="55930" y="12"/>
                </a:lnTo>
                <a:lnTo>
                  <a:pt x="52057" y="12"/>
                </a:lnTo>
                <a:lnTo>
                  <a:pt x="44399" y="1536"/>
                </a:lnTo>
                <a:lnTo>
                  <a:pt x="40805" y="3035"/>
                </a:lnTo>
                <a:lnTo>
                  <a:pt x="33413" y="6070"/>
                </a:lnTo>
                <a:lnTo>
                  <a:pt x="33248" y="6159"/>
                </a:lnTo>
                <a:lnTo>
                  <a:pt x="29692" y="7632"/>
                </a:lnTo>
                <a:lnTo>
                  <a:pt x="23202" y="11963"/>
                </a:lnTo>
                <a:lnTo>
                  <a:pt x="20434" y="14732"/>
                </a:lnTo>
                <a:lnTo>
                  <a:pt x="14795" y="20358"/>
                </a:lnTo>
                <a:lnTo>
                  <a:pt x="11950" y="23215"/>
                </a:lnTo>
                <a:lnTo>
                  <a:pt x="7620" y="29705"/>
                </a:lnTo>
                <a:lnTo>
                  <a:pt x="6096" y="33362"/>
                </a:lnTo>
                <a:lnTo>
                  <a:pt x="3860" y="38773"/>
                </a:lnTo>
                <a:lnTo>
                  <a:pt x="3073" y="40678"/>
                </a:lnTo>
                <a:lnTo>
                  <a:pt x="1524" y="44411"/>
                </a:lnTo>
                <a:lnTo>
                  <a:pt x="0" y="52057"/>
                </a:lnTo>
                <a:lnTo>
                  <a:pt x="0" y="748055"/>
                </a:lnTo>
                <a:lnTo>
                  <a:pt x="1524" y="755713"/>
                </a:lnTo>
                <a:lnTo>
                  <a:pt x="23202" y="788149"/>
                </a:lnTo>
                <a:lnTo>
                  <a:pt x="52057" y="800100"/>
                </a:lnTo>
                <a:lnTo>
                  <a:pt x="56070" y="800100"/>
                </a:lnTo>
                <a:lnTo>
                  <a:pt x="2391867" y="800100"/>
                </a:lnTo>
                <a:lnTo>
                  <a:pt x="2395880" y="800100"/>
                </a:lnTo>
                <a:lnTo>
                  <a:pt x="2403525" y="798588"/>
                </a:lnTo>
                <a:lnTo>
                  <a:pt x="2414524" y="794029"/>
                </a:lnTo>
                <a:lnTo>
                  <a:pt x="2418232" y="792492"/>
                </a:lnTo>
                <a:lnTo>
                  <a:pt x="2424722" y="788149"/>
                </a:lnTo>
                <a:lnTo>
                  <a:pt x="2427503" y="785368"/>
                </a:lnTo>
                <a:lnTo>
                  <a:pt x="2433155" y="779741"/>
                </a:lnTo>
                <a:lnTo>
                  <a:pt x="2435974" y="776909"/>
                </a:lnTo>
                <a:lnTo>
                  <a:pt x="2440305" y="770420"/>
                </a:lnTo>
                <a:lnTo>
                  <a:pt x="2441816" y="766762"/>
                </a:lnTo>
                <a:lnTo>
                  <a:pt x="2444877" y="759421"/>
                </a:lnTo>
                <a:lnTo>
                  <a:pt x="2446401" y="755713"/>
                </a:lnTo>
                <a:lnTo>
                  <a:pt x="2447925" y="748055"/>
                </a:lnTo>
                <a:lnTo>
                  <a:pt x="2447925" y="744169"/>
                </a:lnTo>
                <a:lnTo>
                  <a:pt x="2447937" y="744042"/>
                </a:lnTo>
                <a:lnTo>
                  <a:pt x="2447937" y="5607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50341" y="4425950"/>
            <a:ext cx="18573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gross</a:t>
            </a:r>
            <a:r>
              <a:rPr dirty="0" sz="1350" spc="-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25">
                <a:solidFill>
                  <a:srgbClr val="262424"/>
                </a:solidFill>
                <a:latin typeface="Tahoma"/>
                <a:cs typeface="Tahoma"/>
              </a:rPr>
              <a:t>=</a:t>
            </a:r>
            <a:r>
              <a:rPr dirty="0" sz="1350" spc="-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basic</a:t>
            </a:r>
            <a:r>
              <a:rPr dirty="0" sz="1350" spc="-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25">
                <a:solidFill>
                  <a:srgbClr val="262424"/>
                </a:solidFill>
                <a:latin typeface="Tahoma"/>
                <a:cs typeface="Tahoma"/>
              </a:rPr>
              <a:t>+</a:t>
            </a:r>
            <a:r>
              <a:rPr dirty="0" sz="1350" spc="-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hra</a:t>
            </a:r>
            <a:r>
              <a:rPr dirty="0" sz="1350" spc="-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25">
                <a:solidFill>
                  <a:srgbClr val="262424"/>
                </a:solidFill>
                <a:latin typeface="Tahoma"/>
                <a:cs typeface="Tahoma"/>
              </a:rPr>
              <a:t>+</a:t>
            </a:r>
            <a:r>
              <a:rPr dirty="0" sz="1350" spc="-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Tahoma"/>
                <a:cs typeface="Tahoma"/>
              </a:rPr>
              <a:t>da;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375" y="5264150"/>
            <a:ext cx="2376805" cy="2450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75" b="1">
                <a:latin typeface="Tahoma"/>
                <a:cs typeface="Tahoma"/>
              </a:rPr>
              <a:t>Net</a:t>
            </a:r>
            <a:r>
              <a:rPr dirty="0" sz="2000" spc="-215" b="1">
                <a:latin typeface="Tahoma"/>
                <a:cs typeface="Tahoma"/>
              </a:rPr>
              <a:t> </a:t>
            </a:r>
            <a:r>
              <a:rPr dirty="0" sz="2000" spc="-10" b="1">
                <a:latin typeface="Tahoma"/>
                <a:cs typeface="Tahoma"/>
              </a:rPr>
              <a:t>Salary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33100"/>
              </a:lnSpc>
              <a:spcBef>
                <a:spcPts val="1085"/>
              </a:spcBef>
            </a:pP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final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amount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an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employee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takes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home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after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all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deductions,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like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Provident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Fund,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are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subtracted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from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the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gross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salary.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350">
              <a:latin typeface="Verdana"/>
              <a:cs typeface="Verdana"/>
            </a:endParaRPr>
          </a:p>
          <a:p>
            <a:pPr marL="175260">
              <a:lnSpc>
                <a:spcPct val="100000"/>
              </a:lnSpc>
            </a:pP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net</a:t>
            </a:r>
            <a:r>
              <a:rPr dirty="0" sz="1350" spc="-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25">
                <a:solidFill>
                  <a:srgbClr val="262424"/>
                </a:solidFill>
                <a:latin typeface="Tahoma"/>
                <a:cs typeface="Tahoma"/>
              </a:rPr>
              <a:t>=</a:t>
            </a:r>
            <a:r>
              <a:rPr dirty="0" sz="1350" spc="-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gross</a:t>
            </a:r>
            <a:r>
              <a:rPr dirty="0" sz="1350" spc="-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Tahoma"/>
                <a:cs typeface="Tahoma"/>
              </a:rPr>
              <a:t>-</a:t>
            </a:r>
            <a:r>
              <a:rPr dirty="0" sz="1350" spc="-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Tahoma"/>
                <a:cs typeface="Tahoma"/>
              </a:rPr>
              <a:t>pf;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7375" y="2473325"/>
            <a:ext cx="2308860" cy="1583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0" b="1">
                <a:latin typeface="Tahoma"/>
                <a:cs typeface="Tahoma"/>
              </a:rPr>
              <a:t>Gross</a:t>
            </a:r>
            <a:r>
              <a:rPr dirty="0" sz="2000" spc="-200" b="1">
                <a:latin typeface="Tahoma"/>
                <a:cs typeface="Tahoma"/>
              </a:rPr>
              <a:t> </a:t>
            </a:r>
            <a:r>
              <a:rPr dirty="0" sz="2000" spc="-10" b="1">
                <a:latin typeface="Tahoma"/>
                <a:cs typeface="Tahoma"/>
              </a:rPr>
              <a:t>Salary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145"/>
              </a:spcBef>
            </a:pP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This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is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total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salary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earned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by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an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employee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before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any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deductions.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60">
                <a:solidFill>
                  <a:srgbClr val="262424"/>
                </a:solidFill>
                <a:latin typeface="Verdana"/>
                <a:cs typeface="Verdana"/>
              </a:rPr>
              <a:t>It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includes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Basic,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HRA,</a:t>
            </a:r>
            <a:r>
              <a:rPr dirty="0" sz="1350" spc="-13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dirty="0" sz="1350" spc="-13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DA.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30525" y="3361196"/>
            <a:ext cx="2973070" cy="758190"/>
            <a:chOff x="3530525" y="3361196"/>
            <a:chExt cx="2973070" cy="758190"/>
          </a:xfrm>
        </p:grpSpPr>
        <p:sp>
          <p:nvSpPr>
            <p:cNvPr id="13" name="object 13"/>
            <p:cNvSpPr/>
            <p:nvPr/>
          </p:nvSpPr>
          <p:spPr>
            <a:xfrm>
              <a:off x="4643145" y="3366554"/>
              <a:ext cx="747395" cy="747395"/>
            </a:xfrm>
            <a:custGeom>
              <a:avLst/>
              <a:gdLst/>
              <a:ahLst/>
              <a:cxnLst/>
              <a:rect l="l" t="t" r="r" b="b"/>
              <a:pathLst>
                <a:path w="747395" h="747395">
                  <a:moveTo>
                    <a:pt x="373595" y="0"/>
                  </a:moveTo>
                  <a:lnTo>
                    <a:pt x="327863" y="2810"/>
                  </a:lnTo>
                  <a:lnTo>
                    <a:pt x="282821" y="11195"/>
                  </a:lnTo>
                  <a:lnTo>
                    <a:pt x="239140" y="25034"/>
                  </a:lnTo>
                  <a:lnTo>
                    <a:pt x="197485" y="44119"/>
                  </a:lnTo>
                  <a:lnTo>
                    <a:pt x="158476" y="68152"/>
                  </a:lnTo>
                  <a:lnTo>
                    <a:pt x="122705" y="96777"/>
                  </a:lnTo>
                  <a:lnTo>
                    <a:pt x="90708" y="129568"/>
                  </a:lnTo>
                  <a:lnTo>
                    <a:pt x="62966" y="166039"/>
                  </a:lnTo>
                  <a:lnTo>
                    <a:pt x="39890" y="205621"/>
                  </a:lnTo>
                  <a:lnTo>
                    <a:pt x="21839" y="247730"/>
                  </a:lnTo>
                  <a:lnTo>
                    <a:pt x="9081" y="291735"/>
                  </a:lnTo>
                  <a:lnTo>
                    <a:pt x="1803" y="336969"/>
                  </a:lnTo>
                  <a:lnTo>
                    <a:pt x="0" y="373595"/>
                  </a:lnTo>
                  <a:lnTo>
                    <a:pt x="113" y="382763"/>
                  </a:lnTo>
                  <a:lnTo>
                    <a:pt x="4048" y="428412"/>
                  </a:lnTo>
                  <a:lnTo>
                    <a:pt x="13533" y="473232"/>
                  </a:lnTo>
                  <a:lnTo>
                    <a:pt x="28435" y="516559"/>
                  </a:lnTo>
                  <a:lnTo>
                    <a:pt x="48541" y="557731"/>
                  </a:lnTo>
                  <a:lnTo>
                    <a:pt x="73520" y="596136"/>
                  </a:lnTo>
                  <a:lnTo>
                    <a:pt x="103019" y="631193"/>
                  </a:lnTo>
                  <a:lnTo>
                    <a:pt x="136588" y="662381"/>
                  </a:lnTo>
                  <a:lnTo>
                    <a:pt x="173726" y="689225"/>
                  </a:lnTo>
                  <a:lnTo>
                    <a:pt x="213861" y="711311"/>
                  </a:lnTo>
                  <a:lnTo>
                    <a:pt x="256401" y="728328"/>
                  </a:lnTo>
                  <a:lnTo>
                    <a:pt x="300710" y="740003"/>
                  </a:lnTo>
                  <a:lnTo>
                    <a:pt x="346113" y="746171"/>
                  </a:lnTo>
                  <a:lnTo>
                    <a:pt x="373595" y="747179"/>
                  </a:lnTo>
                  <a:lnTo>
                    <a:pt x="382763" y="747067"/>
                  </a:lnTo>
                  <a:lnTo>
                    <a:pt x="428410" y="743138"/>
                  </a:lnTo>
                  <a:lnTo>
                    <a:pt x="473230" y="733651"/>
                  </a:lnTo>
                  <a:lnTo>
                    <a:pt x="516559" y="718743"/>
                  </a:lnTo>
                  <a:lnTo>
                    <a:pt x="557738" y="698644"/>
                  </a:lnTo>
                  <a:lnTo>
                    <a:pt x="596142" y="673660"/>
                  </a:lnTo>
                  <a:lnTo>
                    <a:pt x="631193" y="644166"/>
                  </a:lnTo>
                  <a:lnTo>
                    <a:pt x="662381" y="610590"/>
                  </a:lnTo>
                  <a:lnTo>
                    <a:pt x="689223" y="573452"/>
                  </a:lnTo>
                  <a:lnTo>
                    <a:pt x="711312" y="533322"/>
                  </a:lnTo>
                  <a:lnTo>
                    <a:pt x="728321" y="490785"/>
                  </a:lnTo>
                  <a:lnTo>
                    <a:pt x="740003" y="446481"/>
                  </a:lnTo>
                  <a:lnTo>
                    <a:pt x="746166" y="401070"/>
                  </a:lnTo>
                  <a:lnTo>
                    <a:pt x="747179" y="373595"/>
                  </a:lnTo>
                  <a:lnTo>
                    <a:pt x="747066" y="364420"/>
                  </a:lnTo>
                  <a:lnTo>
                    <a:pt x="743137" y="318773"/>
                  </a:lnTo>
                  <a:lnTo>
                    <a:pt x="733645" y="273948"/>
                  </a:lnTo>
                  <a:lnTo>
                    <a:pt x="718743" y="230619"/>
                  </a:lnTo>
                  <a:lnTo>
                    <a:pt x="698644" y="189448"/>
                  </a:lnTo>
                  <a:lnTo>
                    <a:pt x="673660" y="151047"/>
                  </a:lnTo>
                  <a:lnTo>
                    <a:pt x="644161" y="115985"/>
                  </a:lnTo>
                  <a:lnTo>
                    <a:pt x="610590" y="84797"/>
                  </a:lnTo>
                  <a:lnTo>
                    <a:pt x="573463" y="57960"/>
                  </a:lnTo>
                  <a:lnTo>
                    <a:pt x="533323" y="35867"/>
                  </a:lnTo>
                  <a:lnTo>
                    <a:pt x="490785" y="18862"/>
                  </a:lnTo>
                  <a:lnTo>
                    <a:pt x="446468" y="7175"/>
                  </a:lnTo>
                  <a:lnTo>
                    <a:pt x="401070" y="1012"/>
                  </a:lnTo>
                  <a:lnTo>
                    <a:pt x="373595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43145" y="3366554"/>
              <a:ext cx="747395" cy="747395"/>
            </a:xfrm>
            <a:custGeom>
              <a:avLst/>
              <a:gdLst/>
              <a:ahLst/>
              <a:cxnLst/>
              <a:rect l="l" t="t" r="r" b="b"/>
              <a:pathLst>
                <a:path w="747395" h="747395">
                  <a:moveTo>
                    <a:pt x="747179" y="373595"/>
                  </a:moveTo>
                  <a:lnTo>
                    <a:pt x="744368" y="419327"/>
                  </a:lnTo>
                  <a:lnTo>
                    <a:pt x="735984" y="464370"/>
                  </a:lnTo>
                  <a:lnTo>
                    <a:pt x="722151" y="508044"/>
                  </a:lnTo>
                  <a:lnTo>
                    <a:pt x="703072" y="549694"/>
                  </a:lnTo>
                  <a:lnTo>
                    <a:pt x="679031" y="588707"/>
                  </a:lnTo>
                  <a:lnTo>
                    <a:pt x="650401" y="624478"/>
                  </a:lnTo>
                  <a:lnTo>
                    <a:pt x="617610" y="656477"/>
                  </a:lnTo>
                  <a:lnTo>
                    <a:pt x="581152" y="684225"/>
                  </a:lnTo>
                  <a:lnTo>
                    <a:pt x="541562" y="707288"/>
                  </a:lnTo>
                  <a:lnTo>
                    <a:pt x="499452" y="725346"/>
                  </a:lnTo>
                  <a:lnTo>
                    <a:pt x="455443" y="738103"/>
                  </a:lnTo>
                  <a:lnTo>
                    <a:pt x="410210" y="745388"/>
                  </a:lnTo>
                  <a:lnTo>
                    <a:pt x="373595" y="747179"/>
                  </a:lnTo>
                  <a:lnTo>
                    <a:pt x="364420" y="747067"/>
                  </a:lnTo>
                  <a:lnTo>
                    <a:pt x="318779" y="743138"/>
                  </a:lnTo>
                  <a:lnTo>
                    <a:pt x="273959" y="733651"/>
                  </a:lnTo>
                  <a:lnTo>
                    <a:pt x="230619" y="718743"/>
                  </a:lnTo>
                  <a:lnTo>
                    <a:pt x="189448" y="698644"/>
                  </a:lnTo>
                  <a:lnTo>
                    <a:pt x="151047" y="673660"/>
                  </a:lnTo>
                  <a:lnTo>
                    <a:pt x="115987" y="644166"/>
                  </a:lnTo>
                  <a:lnTo>
                    <a:pt x="84797" y="610590"/>
                  </a:lnTo>
                  <a:lnTo>
                    <a:pt x="57966" y="573452"/>
                  </a:lnTo>
                  <a:lnTo>
                    <a:pt x="35867" y="533322"/>
                  </a:lnTo>
                  <a:lnTo>
                    <a:pt x="18857" y="490785"/>
                  </a:lnTo>
                  <a:lnTo>
                    <a:pt x="7188" y="446481"/>
                  </a:lnTo>
                  <a:lnTo>
                    <a:pt x="1017" y="401070"/>
                  </a:lnTo>
                  <a:lnTo>
                    <a:pt x="0" y="373595"/>
                  </a:lnTo>
                  <a:lnTo>
                    <a:pt x="113" y="364420"/>
                  </a:lnTo>
                  <a:lnTo>
                    <a:pt x="4048" y="318773"/>
                  </a:lnTo>
                  <a:lnTo>
                    <a:pt x="13533" y="273948"/>
                  </a:lnTo>
                  <a:lnTo>
                    <a:pt x="28435" y="230619"/>
                  </a:lnTo>
                  <a:lnTo>
                    <a:pt x="48541" y="189448"/>
                  </a:lnTo>
                  <a:lnTo>
                    <a:pt x="73520" y="151047"/>
                  </a:lnTo>
                  <a:lnTo>
                    <a:pt x="103019" y="115985"/>
                  </a:lnTo>
                  <a:lnTo>
                    <a:pt x="136588" y="84797"/>
                  </a:lnTo>
                  <a:lnTo>
                    <a:pt x="173726" y="57960"/>
                  </a:lnTo>
                  <a:lnTo>
                    <a:pt x="213861" y="35872"/>
                  </a:lnTo>
                  <a:lnTo>
                    <a:pt x="256401" y="18862"/>
                  </a:lnTo>
                  <a:lnTo>
                    <a:pt x="300710" y="7175"/>
                  </a:lnTo>
                  <a:lnTo>
                    <a:pt x="346113" y="1012"/>
                  </a:lnTo>
                  <a:lnTo>
                    <a:pt x="373595" y="0"/>
                  </a:lnTo>
                  <a:lnTo>
                    <a:pt x="382763" y="112"/>
                  </a:lnTo>
                  <a:lnTo>
                    <a:pt x="428410" y="4041"/>
                  </a:lnTo>
                  <a:lnTo>
                    <a:pt x="473230" y="13533"/>
                  </a:lnTo>
                  <a:lnTo>
                    <a:pt x="516559" y="28435"/>
                  </a:lnTo>
                  <a:lnTo>
                    <a:pt x="557738" y="48539"/>
                  </a:lnTo>
                  <a:lnTo>
                    <a:pt x="596142" y="73520"/>
                  </a:lnTo>
                  <a:lnTo>
                    <a:pt x="631193" y="103018"/>
                  </a:lnTo>
                  <a:lnTo>
                    <a:pt x="662381" y="136588"/>
                  </a:lnTo>
                  <a:lnTo>
                    <a:pt x="689223" y="173726"/>
                  </a:lnTo>
                  <a:lnTo>
                    <a:pt x="711312" y="213856"/>
                  </a:lnTo>
                  <a:lnTo>
                    <a:pt x="728323" y="256399"/>
                  </a:lnTo>
                  <a:lnTo>
                    <a:pt x="740003" y="300710"/>
                  </a:lnTo>
                  <a:lnTo>
                    <a:pt x="746166" y="346108"/>
                  </a:lnTo>
                  <a:lnTo>
                    <a:pt x="747179" y="373595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404358" y="3380054"/>
              <a:ext cx="1094105" cy="720725"/>
            </a:xfrm>
            <a:custGeom>
              <a:avLst/>
              <a:gdLst/>
              <a:ahLst/>
              <a:cxnLst/>
              <a:rect l="l" t="t" r="r" b="b"/>
              <a:pathLst>
                <a:path w="1094104" h="720725">
                  <a:moveTo>
                    <a:pt x="1021727" y="0"/>
                  </a:moveTo>
                  <a:lnTo>
                    <a:pt x="175526" y="0"/>
                  </a:lnTo>
                  <a:lnTo>
                    <a:pt x="147499" y="5659"/>
                  </a:lnTo>
                  <a:lnTo>
                    <a:pt x="124610" y="21094"/>
                  </a:lnTo>
                  <a:lnTo>
                    <a:pt x="109177" y="43987"/>
                  </a:lnTo>
                  <a:lnTo>
                    <a:pt x="103517" y="72021"/>
                  </a:lnTo>
                  <a:lnTo>
                    <a:pt x="103517" y="286639"/>
                  </a:lnTo>
                  <a:lnTo>
                    <a:pt x="0" y="357035"/>
                  </a:lnTo>
                  <a:lnTo>
                    <a:pt x="103517" y="436067"/>
                  </a:lnTo>
                  <a:lnTo>
                    <a:pt x="103517" y="648157"/>
                  </a:lnTo>
                  <a:lnTo>
                    <a:pt x="109177" y="676191"/>
                  </a:lnTo>
                  <a:lnTo>
                    <a:pt x="124610" y="699084"/>
                  </a:lnTo>
                  <a:lnTo>
                    <a:pt x="147499" y="714519"/>
                  </a:lnTo>
                  <a:lnTo>
                    <a:pt x="175526" y="720178"/>
                  </a:lnTo>
                  <a:lnTo>
                    <a:pt x="1021727" y="720178"/>
                  </a:lnTo>
                  <a:lnTo>
                    <a:pt x="1049761" y="714519"/>
                  </a:lnTo>
                  <a:lnTo>
                    <a:pt x="1072654" y="699084"/>
                  </a:lnTo>
                  <a:lnTo>
                    <a:pt x="1088089" y="676191"/>
                  </a:lnTo>
                  <a:lnTo>
                    <a:pt x="1093749" y="648157"/>
                  </a:lnTo>
                  <a:lnTo>
                    <a:pt x="1093749" y="72021"/>
                  </a:lnTo>
                  <a:lnTo>
                    <a:pt x="1088089" y="43987"/>
                  </a:lnTo>
                  <a:lnTo>
                    <a:pt x="1072654" y="21094"/>
                  </a:lnTo>
                  <a:lnTo>
                    <a:pt x="1049761" y="5659"/>
                  </a:lnTo>
                  <a:lnTo>
                    <a:pt x="1021727" y="0"/>
                  </a:lnTo>
                  <a:close/>
                </a:path>
              </a:pathLst>
            </a:custGeom>
            <a:solidFill>
              <a:srgbClr val="B8BB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404358" y="3380054"/>
              <a:ext cx="1094105" cy="720725"/>
            </a:xfrm>
            <a:custGeom>
              <a:avLst/>
              <a:gdLst/>
              <a:ahLst/>
              <a:cxnLst/>
              <a:rect l="l" t="t" r="r" b="b"/>
              <a:pathLst>
                <a:path w="1094104" h="720725">
                  <a:moveTo>
                    <a:pt x="175526" y="720178"/>
                  </a:moveTo>
                  <a:lnTo>
                    <a:pt x="147499" y="714519"/>
                  </a:lnTo>
                  <a:lnTo>
                    <a:pt x="124610" y="699084"/>
                  </a:lnTo>
                  <a:lnTo>
                    <a:pt x="109177" y="676191"/>
                  </a:lnTo>
                  <a:lnTo>
                    <a:pt x="103517" y="648157"/>
                  </a:lnTo>
                  <a:lnTo>
                    <a:pt x="103517" y="436067"/>
                  </a:lnTo>
                  <a:lnTo>
                    <a:pt x="0" y="357035"/>
                  </a:lnTo>
                  <a:lnTo>
                    <a:pt x="103517" y="286639"/>
                  </a:lnTo>
                  <a:lnTo>
                    <a:pt x="103517" y="72021"/>
                  </a:lnTo>
                  <a:lnTo>
                    <a:pt x="109177" y="43987"/>
                  </a:lnTo>
                  <a:lnTo>
                    <a:pt x="124610" y="21094"/>
                  </a:lnTo>
                  <a:lnTo>
                    <a:pt x="147499" y="5659"/>
                  </a:lnTo>
                  <a:lnTo>
                    <a:pt x="175526" y="0"/>
                  </a:lnTo>
                  <a:lnTo>
                    <a:pt x="1021727" y="0"/>
                  </a:lnTo>
                  <a:lnTo>
                    <a:pt x="1049761" y="5659"/>
                  </a:lnTo>
                  <a:lnTo>
                    <a:pt x="1072654" y="21094"/>
                  </a:lnTo>
                  <a:lnTo>
                    <a:pt x="1088089" y="43987"/>
                  </a:lnTo>
                  <a:lnTo>
                    <a:pt x="1093749" y="72021"/>
                  </a:lnTo>
                  <a:lnTo>
                    <a:pt x="1093749" y="648157"/>
                  </a:lnTo>
                  <a:lnTo>
                    <a:pt x="1088089" y="676191"/>
                  </a:lnTo>
                  <a:lnTo>
                    <a:pt x="1072654" y="699084"/>
                  </a:lnTo>
                  <a:lnTo>
                    <a:pt x="1049761" y="714519"/>
                  </a:lnTo>
                  <a:lnTo>
                    <a:pt x="1021727" y="720178"/>
                  </a:lnTo>
                  <a:lnTo>
                    <a:pt x="175526" y="720178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535883" y="3380054"/>
              <a:ext cx="1094105" cy="720725"/>
            </a:xfrm>
            <a:custGeom>
              <a:avLst/>
              <a:gdLst/>
              <a:ahLst/>
              <a:cxnLst/>
              <a:rect l="l" t="t" r="r" b="b"/>
              <a:pathLst>
                <a:path w="1094104" h="720725">
                  <a:moveTo>
                    <a:pt x="918222" y="0"/>
                  </a:moveTo>
                  <a:lnTo>
                    <a:pt x="72021" y="0"/>
                  </a:lnTo>
                  <a:lnTo>
                    <a:pt x="43987" y="5659"/>
                  </a:lnTo>
                  <a:lnTo>
                    <a:pt x="21094" y="21094"/>
                  </a:lnTo>
                  <a:lnTo>
                    <a:pt x="5659" y="43987"/>
                  </a:lnTo>
                  <a:lnTo>
                    <a:pt x="0" y="72021"/>
                  </a:lnTo>
                  <a:lnTo>
                    <a:pt x="0" y="648157"/>
                  </a:lnTo>
                  <a:lnTo>
                    <a:pt x="5659" y="676191"/>
                  </a:lnTo>
                  <a:lnTo>
                    <a:pt x="21094" y="699084"/>
                  </a:lnTo>
                  <a:lnTo>
                    <a:pt x="43987" y="714519"/>
                  </a:lnTo>
                  <a:lnTo>
                    <a:pt x="72021" y="720178"/>
                  </a:lnTo>
                  <a:lnTo>
                    <a:pt x="918222" y="720178"/>
                  </a:lnTo>
                  <a:lnTo>
                    <a:pt x="946256" y="714519"/>
                  </a:lnTo>
                  <a:lnTo>
                    <a:pt x="969149" y="699084"/>
                  </a:lnTo>
                  <a:lnTo>
                    <a:pt x="984584" y="676191"/>
                  </a:lnTo>
                  <a:lnTo>
                    <a:pt x="990244" y="648157"/>
                  </a:lnTo>
                  <a:lnTo>
                    <a:pt x="990244" y="436067"/>
                  </a:lnTo>
                  <a:lnTo>
                    <a:pt x="1093749" y="357035"/>
                  </a:lnTo>
                  <a:lnTo>
                    <a:pt x="990244" y="286639"/>
                  </a:lnTo>
                  <a:lnTo>
                    <a:pt x="990244" y="72021"/>
                  </a:lnTo>
                  <a:lnTo>
                    <a:pt x="984584" y="43987"/>
                  </a:lnTo>
                  <a:lnTo>
                    <a:pt x="969149" y="21094"/>
                  </a:lnTo>
                  <a:lnTo>
                    <a:pt x="946256" y="5659"/>
                  </a:lnTo>
                  <a:lnTo>
                    <a:pt x="918222" y="0"/>
                  </a:lnTo>
                  <a:close/>
                </a:path>
              </a:pathLst>
            </a:custGeom>
            <a:solidFill>
              <a:srgbClr val="B8BB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35883" y="3380054"/>
              <a:ext cx="1094105" cy="720725"/>
            </a:xfrm>
            <a:custGeom>
              <a:avLst/>
              <a:gdLst/>
              <a:ahLst/>
              <a:cxnLst/>
              <a:rect l="l" t="t" r="r" b="b"/>
              <a:pathLst>
                <a:path w="1094104" h="720725">
                  <a:moveTo>
                    <a:pt x="918222" y="720178"/>
                  </a:moveTo>
                  <a:lnTo>
                    <a:pt x="946256" y="714519"/>
                  </a:lnTo>
                  <a:lnTo>
                    <a:pt x="969149" y="699084"/>
                  </a:lnTo>
                  <a:lnTo>
                    <a:pt x="984584" y="676191"/>
                  </a:lnTo>
                  <a:lnTo>
                    <a:pt x="990244" y="648157"/>
                  </a:lnTo>
                  <a:lnTo>
                    <a:pt x="990244" y="436067"/>
                  </a:lnTo>
                  <a:lnTo>
                    <a:pt x="1093749" y="357035"/>
                  </a:lnTo>
                  <a:lnTo>
                    <a:pt x="990244" y="286639"/>
                  </a:lnTo>
                  <a:lnTo>
                    <a:pt x="990244" y="72021"/>
                  </a:lnTo>
                  <a:lnTo>
                    <a:pt x="984584" y="43987"/>
                  </a:lnTo>
                  <a:lnTo>
                    <a:pt x="969149" y="21094"/>
                  </a:lnTo>
                  <a:lnTo>
                    <a:pt x="946256" y="5659"/>
                  </a:lnTo>
                  <a:lnTo>
                    <a:pt x="918222" y="0"/>
                  </a:lnTo>
                  <a:lnTo>
                    <a:pt x="72021" y="0"/>
                  </a:lnTo>
                  <a:lnTo>
                    <a:pt x="43987" y="5659"/>
                  </a:lnTo>
                  <a:lnTo>
                    <a:pt x="21094" y="21094"/>
                  </a:lnTo>
                  <a:lnTo>
                    <a:pt x="5659" y="43987"/>
                  </a:lnTo>
                  <a:lnTo>
                    <a:pt x="0" y="72021"/>
                  </a:lnTo>
                  <a:lnTo>
                    <a:pt x="0" y="648157"/>
                  </a:lnTo>
                  <a:lnTo>
                    <a:pt x="5659" y="676191"/>
                  </a:lnTo>
                  <a:lnTo>
                    <a:pt x="21094" y="699084"/>
                  </a:lnTo>
                  <a:lnTo>
                    <a:pt x="43987" y="714519"/>
                  </a:lnTo>
                  <a:lnTo>
                    <a:pt x="72021" y="720178"/>
                  </a:lnTo>
                  <a:lnTo>
                    <a:pt x="918222" y="720178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5137443" y="2578012"/>
            <a:ext cx="1061720" cy="730885"/>
            <a:chOff x="5137443" y="2578012"/>
            <a:chExt cx="1061720" cy="730885"/>
          </a:xfrm>
        </p:grpSpPr>
        <p:sp>
          <p:nvSpPr>
            <p:cNvPr id="20" name="object 20"/>
            <p:cNvSpPr/>
            <p:nvPr/>
          </p:nvSpPr>
          <p:spPr>
            <a:xfrm>
              <a:off x="5142801" y="2583370"/>
              <a:ext cx="1051560" cy="720725"/>
            </a:xfrm>
            <a:custGeom>
              <a:avLst/>
              <a:gdLst/>
              <a:ahLst/>
              <a:cxnLst/>
              <a:rect l="l" t="t" r="r" b="b"/>
              <a:pathLst>
                <a:path w="1051560" h="720725">
                  <a:moveTo>
                    <a:pt x="978979" y="0"/>
                  </a:moveTo>
                  <a:lnTo>
                    <a:pt x="132778" y="0"/>
                  </a:lnTo>
                  <a:lnTo>
                    <a:pt x="104746" y="5659"/>
                  </a:lnTo>
                  <a:lnTo>
                    <a:pt x="81857" y="21093"/>
                  </a:lnTo>
                  <a:lnTo>
                    <a:pt x="66427" y="43982"/>
                  </a:lnTo>
                  <a:lnTo>
                    <a:pt x="60769" y="72009"/>
                  </a:lnTo>
                  <a:lnTo>
                    <a:pt x="60769" y="643623"/>
                  </a:lnTo>
                  <a:lnTo>
                    <a:pt x="0" y="720166"/>
                  </a:lnTo>
                  <a:lnTo>
                    <a:pt x="123774" y="720166"/>
                  </a:lnTo>
                  <a:lnTo>
                    <a:pt x="123774" y="719607"/>
                  </a:lnTo>
                  <a:lnTo>
                    <a:pt x="126733" y="719988"/>
                  </a:lnTo>
                  <a:lnTo>
                    <a:pt x="129730" y="720166"/>
                  </a:lnTo>
                  <a:lnTo>
                    <a:pt x="132778" y="720166"/>
                  </a:lnTo>
                  <a:lnTo>
                    <a:pt x="978979" y="720166"/>
                  </a:lnTo>
                  <a:lnTo>
                    <a:pt x="1007013" y="714508"/>
                  </a:lnTo>
                  <a:lnTo>
                    <a:pt x="1029906" y="699077"/>
                  </a:lnTo>
                  <a:lnTo>
                    <a:pt x="1045341" y="676189"/>
                  </a:lnTo>
                  <a:lnTo>
                    <a:pt x="1051001" y="648157"/>
                  </a:lnTo>
                  <a:lnTo>
                    <a:pt x="1051001" y="72009"/>
                  </a:lnTo>
                  <a:lnTo>
                    <a:pt x="1045341" y="43982"/>
                  </a:lnTo>
                  <a:lnTo>
                    <a:pt x="1029906" y="21093"/>
                  </a:lnTo>
                  <a:lnTo>
                    <a:pt x="1007013" y="5659"/>
                  </a:lnTo>
                  <a:lnTo>
                    <a:pt x="978979" y="0"/>
                  </a:lnTo>
                  <a:close/>
                </a:path>
              </a:pathLst>
            </a:custGeom>
            <a:solidFill>
              <a:srgbClr val="B8BB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142801" y="2583370"/>
              <a:ext cx="1051560" cy="720725"/>
            </a:xfrm>
            <a:custGeom>
              <a:avLst/>
              <a:gdLst/>
              <a:ahLst/>
              <a:cxnLst/>
              <a:rect l="l" t="t" r="r" b="b"/>
              <a:pathLst>
                <a:path w="1051560" h="720725">
                  <a:moveTo>
                    <a:pt x="132778" y="720166"/>
                  </a:moveTo>
                  <a:lnTo>
                    <a:pt x="129730" y="720166"/>
                  </a:lnTo>
                  <a:lnTo>
                    <a:pt x="126733" y="719988"/>
                  </a:lnTo>
                  <a:lnTo>
                    <a:pt x="123774" y="719607"/>
                  </a:lnTo>
                  <a:lnTo>
                    <a:pt x="123774" y="720166"/>
                  </a:lnTo>
                  <a:lnTo>
                    <a:pt x="0" y="720166"/>
                  </a:lnTo>
                  <a:lnTo>
                    <a:pt x="60769" y="643623"/>
                  </a:lnTo>
                  <a:lnTo>
                    <a:pt x="60769" y="72009"/>
                  </a:lnTo>
                  <a:lnTo>
                    <a:pt x="66427" y="43982"/>
                  </a:lnTo>
                  <a:lnTo>
                    <a:pt x="81857" y="21093"/>
                  </a:lnTo>
                  <a:lnTo>
                    <a:pt x="104746" y="5659"/>
                  </a:lnTo>
                  <a:lnTo>
                    <a:pt x="132778" y="0"/>
                  </a:lnTo>
                  <a:lnTo>
                    <a:pt x="978979" y="0"/>
                  </a:lnTo>
                  <a:lnTo>
                    <a:pt x="1007013" y="5659"/>
                  </a:lnTo>
                  <a:lnTo>
                    <a:pt x="1029906" y="21093"/>
                  </a:lnTo>
                  <a:lnTo>
                    <a:pt x="1045341" y="43982"/>
                  </a:lnTo>
                  <a:lnTo>
                    <a:pt x="1051001" y="72009"/>
                  </a:lnTo>
                  <a:lnTo>
                    <a:pt x="1051001" y="648157"/>
                  </a:lnTo>
                  <a:lnTo>
                    <a:pt x="1045341" y="676189"/>
                  </a:lnTo>
                  <a:lnTo>
                    <a:pt x="1029906" y="699077"/>
                  </a:lnTo>
                  <a:lnTo>
                    <a:pt x="1007013" y="714508"/>
                  </a:lnTo>
                  <a:lnTo>
                    <a:pt x="978979" y="720166"/>
                  </a:lnTo>
                  <a:lnTo>
                    <a:pt x="132778" y="720166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3827629" y="2578012"/>
            <a:ext cx="1061720" cy="730885"/>
            <a:chOff x="3827629" y="2578012"/>
            <a:chExt cx="1061720" cy="730885"/>
          </a:xfrm>
        </p:grpSpPr>
        <p:sp>
          <p:nvSpPr>
            <p:cNvPr id="23" name="object 23"/>
            <p:cNvSpPr/>
            <p:nvPr/>
          </p:nvSpPr>
          <p:spPr>
            <a:xfrm>
              <a:off x="3832986" y="2583370"/>
              <a:ext cx="1051560" cy="720725"/>
            </a:xfrm>
            <a:custGeom>
              <a:avLst/>
              <a:gdLst/>
              <a:ahLst/>
              <a:cxnLst/>
              <a:rect l="l" t="t" r="r" b="b"/>
              <a:pathLst>
                <a:path w="1051560" h="720725">
                  <a:moveTo>
                    <a:pt x="918222" y="0"/>
                  </a:moveTo>
                  <a:lnTo>
                    <a:pt x="72021" y="0"/>
                  </a:lnTo>
                  <a:lnTo>
                    <a:pt x="43987" y="5659"/>
                  </a:lnTo>
                  <a:lnTo>
                    <a:pt x="21094" y="21093"/>
                  </a:lnTo>
                  <a:lnTo>
                    <a:pt x="5659" y="43982"/>
                  </a:lnTo>
                  <a:lnTo>
                    <a:pt x="0" y="72009"/>
                  </a:lnTo>
                  <a:lnTo>
                    <a:pt x="0" y="648157"/>
                  </a:lnTo>
                  <a:lnTo>
                    <a:pt x="5659" y="676189"/>
                  </a:lnTo>
                  <a:lnTo>
                    <a:pt x="21094" y="699077"/>
                  </a:lnTo>
                  <a:lnTo>
                    <a:pt x="43987" y="714508"/>
                  </a:lnTo>
                  <a:lnTo>
                    <a:pt x="72021" y="720166"/>
                  </a:lnTo>
                  <a:lnTo>
                    <a:pt x="918222" y="720166"/>
                  </a:lnTo>
                  <a:lnTo>
                    <a:pt x="921270" y="720166"/>
                  </a:lnTo>
                  <a:lnTo>
                    <a:pt x="924280" y="719988"/>
                  </a:lnTo>
                  <a:lnTo>
                    <a:pt x="927227" y="719607"/>
                  </a:lnTo>
                  <a:lnTo>
                    <a:pt x="927227" y="720166"/>
                  </a:lnTo>
                  <a:lnTo>
                    <a:pt x="1051001" y="720166"/>
                  </a:lnTo>
                  <a:lnTo>
                    <a:pt x="990244" y="643623"/>
                  </a:lnTo>
                  <a:lnTo>
                    <a:pt x="990244" y="72009"/>
                  </a:lnTo>
                  <a:lnTo>
                    <a:pt x="984584" y="43982"/>
                  </a:lnTo>
                  <a:lnTo>
                    <a:pt x="969149" y="21093"/>
                  </a:lnTo>
                  <a:lnTo>
                    <a:pt x="946256" y="5659"/>
                  </a:lnTo>
                  <a:lnTo>
                    <a:pt x="918222" y="0"/>
                  </a:lnTo>
                  <a:close/>
                </a:path>
              </a:pathLst>
            </a:custGeom>
            <a:solidFill>
              <a:srgbClr val="B8BB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832986" y="2583370"/>
              <a:ext cx="1051560" cy="720725"/>
            </a:xfrm>
            <a:custGeom>
              <a:avLst/>
              <a:gdLst/>
              <a:ahLst/>
              <a:cxnLst/>
              <a:rect l="l" t="t" r="r" b="b"/>
              <a:pathLst>
                <a:path w="1051560" h="720725">
                  <a:moveTo>
                    <a:pt x="918222" y="720166"/>
                  </a:moveTo>
                  <a:lnTo>
                    <a:pt x="921270" y="720166"/>
                  </a:lnTo>
                  <a:lnTo>
                    <a:pt x="924280" y="719988"/>
                  </a:lnTo>
                  <a:lnTo>
                    <a:pt x="927227" y="719607"/>
                  </a:lnTo>
                  <a:lnTo>
                    <a:pt x="927227" y="720166"/>
                  </a:lnTo>
                  <a:lnTo>
                    <a:pt x="1051001" y="720166"/>
                  </a:lnTo>
                  <a:lnTo>
                    <a:pt x="990244" y="643623"/>
                  </a:lnTo>
                  <a:lnTo>
                    <a:pt x="990244" y="72009"/>
                  </a:lnTo>
                  <a:lnTo>
                    <a:pt x="984584" y="43982"/>
                  </a:lnTo>
                  <a:lnTo>
                    <a:pt x="969149" y="21093"/>
                  </a:lnTo>
                  <a:lnTo>
                    <a:pt x="946256" y="5659"/>
                  </a:lnTo>
                  <a:lnTo>
                    <a:pt x="918222" y="0"/>
                  </a:lnTo>
                  <a:lnTo>
                    <a:pt x="72021" y="0"/>
                  </a:lnTo>
                  <a:lnTo>
                    <a:pt x="43987" y="5659"/>
                  </a:lnTo>
                  <a:lnTo>
                    <a:pt x="21094" y="21093"/>
                  </a:lnTo>
                  <a:lnTo>
                    <a:pt x="5659" y="43982"/>
                  </a:lnTo>
                  <a:lnTo>
                    <a:pt x="0" y="72009"/>
                  </a:lnTo>
                  <a:lnTo>
                    <a:pt x="0" y="648157"/>
                  </a:lnTo>
                  <a:lnTo>
                    <a:pt x="5659" y="676189"/>
                  </a:lnTo>
                  <a:lnTo>
                    <a:pt x="21094" y="699077"/>
                  </a:lnTo>
                  <a:lnTo>
                    <a:pt x="43987" y="714508"/>
                  </a:lnTo>
                  <a:lnTo>
                    <a:pt x="72021" y="720166"/>
                  </a:lnTo>
                  <a:lnTo>
                    <a:pt x="918222" y="720166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3827629" y="4184893"/>
            <a:ext cx="1061720" cy="731520"/>
            <a:chOff x="3827629" y="4184893"/>
            <a:chExt cx="1061720" cy="731520"/>
          </a:xfrm>
        </p:grpSpPr>
        <p:sp>
          <p:nvSpPr>
            <p:cNvPr id="26" name="object 26"/>
            <p:cNvSpPr/>
            <p:nvPr/>
          </p:nvSpPr>
          <p:spPr>
            <a:xfrm>
              <a:off x="3832986" y="4190250"/>
              <a:ext cx="1051560" cy="720725"/>
            </a:xfrm>
            <a:custGeom>
              <a:avLst/>
              <a:gdLst/>
              <a:ahLst/>
              <a:cxnLst/>
              <a:rect l="l" t="t" r="r" b="b"/>
              <a:pathLst>
                <a:path w="1051560" h="720725">
                  <a:moveTo>
                    <a:pt x="1051001" y="0"/>
                  </a:moveTo>
                  <a:lnTo>
                    <a:pt x="927227" y="0"/>
                  </a:lnTo>
                  <a:lnTo>
                    <a:pt x="927227" y="558"/>
                  </a:lnTo>
                  <a:lnTo>
                    <a:pt x="924280" y="190"/>
                  </a:lnTo>
                  <a:lnTo>
                    <a:pt x="921270" y="0"/>
                  </a:lnTo>
                  <a:lnTo>
                    <a:pt x="918222" y="0"/>
                  </a:lnTo>
                  <a:lnTo>
                    <a:pt x="72021" y="0"/>
                  </a:lnTo>
                  <a:lnTo>
                    <a:pt x="43987" y="5659"/>
                  </a:lnTo>
                  <a:lnTo>
                    <a:pt x="21094" y="21094"/>
                  </a:lnTo>
                  <a:lnTo>
                    <a:pt x="5659" y="43987"/>
                  </a:lnTo>
                  <a:lnTo>
                    <a:pt x="0" y="72021"/>
                  </a:lnTo>
                  <a:lnTo>
                    <a:pt x="0" y="648157"/>
                  </a:lnTo>
                  <a:lnTo>
                    <a:pt x="5659" y="676191"/>
                  </a:lnTo>
                  <a:lnTo>
                    <a:pt x="21094" y="699084"/>
                  </a:lnTo>
                  <a:lnTo>
                    <a:pt x="43987" y="714519"/>
                  </a:lnTo>
                  <a:lnTo>
                    <a:pt x="72021" y="720178"/>
                  </a:lnTo>
                  <a:lnTo>
                    <a:pt x="918222" y="720178"/>
                  </a:lnTo>
                  <a:lnTo>
                    <a:pt x="946256" y="714519"/>
                  </a:lnTo>
                  <a:lnTo>
                    <a:pt x="969149" y="699084"/>
                  </a:lnTo>
                  <a:lnTo>
                    <a:pt x="984584" y="676191"/>
                  </a:lnTo>
                  <a:lnTo>
                    <a:pt x="990244" y="648157"/>
                  </a:lnTo>
                  <a:lnTo>
                    <a:pt x="990244" y="76542"/>
                  </a:lnTo>
                  <a:lnTo>
                    <a:pt x="1051001" y="0"/>
                  </a:lnTo>
                  <a:close/>
                </a:path>
              </a:pathLst>
            </a:custGeom>
            <a:solidFill>
              <a:srgbClr val="B8BB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832986" y="4190250"/>
              <a:ext cx="1051560" cy="720725"/>
            </a:xfrm>
            <a:custGeom>
              <a:avLst/>
              <a:gdLst/>
              <a:ahLst/>
              <a:cxnLst/>
              <a:rect l="l" t="t" r="r" b="b"/>
              <a:pathLst>
                <a:path w="1051560" h="720725">
                  <a:moveTo>
                    <a:pt x="918222" y="0"/>
                  </a:moveTo>
                  <a:lnTo>
                    <a:pt x="921270" y="0"/>
                  </a:lnTo>
                  <a:lnTo>
                    <a:pt x="924280" y="190"/>
                  </a:lnTo>
                  <a:lnTo>
                    <a:pt x="927227" y="558"/>
                  </a:lnTo>
                  <a:lnTo>
                    <a:pt x="927227" y="0"/>
                  </a:lnTo>
                  <a:lnTo>
                    <a:pt x="1051001" y="0"/>
                  </a:lnTo>
                  <a:lnTo>
                    <a:pt x="990244" y="76542"/>
                  </a:lnTo>
                  <a:lnTo>
                    <a:pt x="990244" y="648157"/>
                  </a:lnTo>
                  <a:lnTo>
                    <a:pt x="984584" y="676191"/>
                  </a:lnTo>
                  <a:lnTo>
                    <a:pt x="969149" y="699084"/>
                  </a:lnTo>
                  <a:lnTo>
                    <a:pt x="946256" y="714519"/>
                  </a:lnTo>
                  <a:lnTo>
                    <a:pt x="918222" y="720178"/>
                  </a:lnTo>
                  <a:lnTo>
                    <a:pt x="72021" y="720178"/>
                  </a:lnTo>
                  <a:lnTo>
                    <a:pt x="43987" y="714519"/>
                  </a:lnTo>
                  <a:lnTo>
                    <a:pt x="21094" y="699084"/>
                  </a:lnTo>
                  <a:lnTo>
                    <a:pt x="5659" y="676191"/>
                  </a:lnTo>
                  <a:lnTo>
                    <a:pt x="0" y="648157"/>
                  </a:lnTo>
                  <a:lnTo>
                    <a:pt x="0" y="72021"/>
                  </a:lnTo>
                  <a:lnTo>
                    <a:pt x="5659" y="43987"/>
                  </a:lnTo>
                  <a:lnTo>
                    <a:pt x="21094" y="21094"/>
                  </a:lnTo>
                  <a:lnTo>
                    <a:pt x="43987" y="5659"/>
                  </a:lnTo>
                  <a:lnTo>
                    <a:pt x="72021" y="0"/>
                  </a:lnTo>
                  <a:lnTo>
                    <a:pt x="918222" y="0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5137443" y="4184893"/>
            <a:ext cx="1061720" cy="731520"/>
            <a:chOff x="5137443" y="4184893"/>
            <a:chExt cx="1061720" cy="731520"/>
          </a:xfrm>
        </p:grpSpPr>
        <p:sp>
          <p:nvSpPr>
            <p:cNvPr id="29" name="object 29"/>
            <p:cNvSpPr/>
            <p:nvPr/>
          </p:nvSpPr>
          <p:spPr>
            <a:xfrm>
              <a:off x="5142801" y="4190250"/>
              <a:ext cx="1051560" cy="720725"/>
            </a:xfrm>
            <a:custGeom>
              <a:avLst/>
              <a:gdLst/>
              <a:ahLst/>
              <a:cxnLst/>
              <a:rect l="l" t="t" r="r" b="b"/>
              <a:pathLst>
                <a:path w="1051560" h="720725">
                  <a:moveTo>
                    <a:pt x="978979" y="0"/>
                  </a:moveTo>
                  <a:lnTo>
                    <a:pt x="132778" y="0"/>
                  </a:lnTo>
                  <a:lnTo>
                    <a:pt x="129730" y="0"/>
                  </a:lnTo>
                  <a:lnTo>
                    <a:pt x="126733" y="190"/>
                  </a:lnTo>
                  <a:lnTo>
                    <a:pt x="123774" y="558"/>
                  </a:lnTo>
                  <a:lnTo>
                    <a:pt x="123774" y="0"/>
                  </a:lnTo>
                  <a:lnTo>
                    <a:pt x="0" y="0"/>
                  </a:lnTo>
                  <a:lnTo>
                    <a:pt x="60769" y="76542"/>
                  </a:lnTo>
                  <a:lnTo>
                    <a:pt x="60769" y="648157"/>
                  </a:lnTo>
                  <a:lnTo>
                    <a:pt x="66427" y="676191"/>
                  </a:lnTo>
                  <a:lnTo>
                    <a:pt x="81857" y="699084"/>
                  </a:lnTo>
                  <a:lnTo>
                    <a:pt x="104746" y="714519"/>
                  </a:lnTo>
                  <a:lnTo>
                    <a:pt x="132778" y="720178"/>
                  </a:lnTo>
                  <a:lnTo>
                    <a:pt x="978979" y="720178"/>
                  </a:lnTo>
                  <a:lnTo>
                    <a:pt x="1007013" y="714519"/>
                  </a:lnTo>
                  <a:lnTo>
                    <a:pt x="1029906" y="699084"/>
                  </a:lnTo>
                  <a:lnTo>
                    <a:pt x="1045341" y="676191"/>
                  </a:lnTo>
                  <a:lnTo>
                    <a:pt x="1051001" y="648157"/>
                  </a:lnTo>
                  <a:lnTo>
                    <a:pt x="1051001" y="72021"/>
                  </a:lnTo>
                  <a:lnTo>
                    <a:pt x="1045341" y="43987"/>
                  </a:lnTo>
                  <a:lnTo>
                    <a:pt x="1029906" y="21094"/>
                  </a:lnTo>
                  <a:lnTo>
                    <a:pt x="1007013" y="5659"/>
                  </a:lnTo>
                  <a:lnTo>
                    <a:pt x="978979" y="0"/>
                  </a:lnTo>
                  <a:close/>
                </a:path>
              </a:pathLst>
            </a:custGeom>
            <a:solidFill>
              <a:srgbClr val="B8BB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142801" y="4190250"/>
              <a:ext cx="1051560" cy="720725"/>
            </a:xfrm>
            <a:custGeom>
              <a:avLst/>
              <a:gdLst/>
              <a:ahLst/>
              <a:cxnLst/>
              <a:rect l="l" t="t" r="r" b="b"/>
              <a:pathLst>
                <a:path w="1051560" h="720725">
                  <a:moveTo>
                    <a:pt x="132778" y="0"/>
                  </a:moveTo>
                  <a:lnTo>
                    <a:pt x="129730" y="0"/>
                  </a:lnTo>
                  <a:lnTo>
                    <a:pt x="126733" y="190"/>
                  </a:lnTo>
                  <a:lnTo>
                    <a:pt x="123774" y="558"/>
                  </a:lnTo>
                  <a:lnTo>
                    <a:pt x="123774" y="0"/>
                  </a:lnTo>
                  <a:lnTo>
                    <a:pt x="0" y="0"/>
                  </a:lnTo>
                  <a:lnTo>
                    <a:pt x="60769" y="76542"/>
                  </a:lnTo>
                  <a:lnTo>
                    <a:pt x="60769" y="648157"/>
                  </a:lnTo>
                  <a:lnTo>
                    <a:pt x="66427" y="676191"/>
                  </a:lnTo>
                  <a:lnTo>
                    <a:pt x="81857" y="699084"/>
                  </a:lnTo>
                  <a:lnTo>
                    <a:pt x="104746" y="714519"/>
                  </a:lnTo>
                  <a:lnTo>
                    <a:pt x="132778" y="720178"/>
                  </a:lnTo>
                  <a:lnTo>
                    <a:pt x="978979" y="720178"/>
                  </a:lnTo>
                  <a:lnTo>
                    <a:pt x="1007013" y="714519"/>
                  </a:lnTo>
                  <a:lnTo>
                    <a:pt x="1029906" y="699084"/>
                  </a:lnTo>
                  <a:lnTo>
                    <a:pt x="1045341" y="676191"/>
                  </a:lnTo>
                  <a:lnTo>
                    <a:pt x="1051001" y="648157"/>
                  </a:lnTo>
                  <a:lnTo>
                    <a:pt x="1051001" y="72021"/>
                  </a:lnTo>
                  <a:lnTo>
                    <a:pt x="1045341" y="43987"/>
                  </a:lnTo>
                  <a:lnTo>
                    <a:pt x="1029906" y="21094"/>
                  </a:lnTo>
                  <a:lnTo>
                    <a:pt x="1007013" y="5659"/>
                  </a:lnTo>
                  <a:lnTo>
                    <a:pt x="978979" y="0"/>
                  </a:lnTo>
                  <a:lnTo>
                    <a:pt x="132778" y="0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758511" y="3594667"/>
            <a:ext cx="511809" cy="27305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5080">
              <a:lnSpc>
                <a:spcPct val="103400"/>
              </a:lnSpc>
              <a:spcBef>
                <a:spcPts val="65"/>
              </a:spcBef>
            </a:pPr>
            <a:r>
              <a:rPr dirty="0" sz="800" spc="-30" b="1">
                <a:solidFill>
                  <a:srgbClr val="FFFFFF"/>
                </a:solidFill>
                <a:latin typeface="Tahoma"/>
                <a:cs typeface="Tahoma"/>
              </a:rPr>
              <a:t>Gross</a:t>
            </a:r>
            <a:r>
              <a:rPr dirty="0" sz="8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00" spc="-25" b="1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dirty="0" sz="800" spc="-40" b="1">
                <a:solidFill>
                  <a:srgbClr val="FFFFFF"/>
                </a:solidFill>
                <a:latin typeface="Tahoma"/>
                <a:cs typeface="Tahoma"/>
              </a:rPr>
              <a:t>Net</a:t>
            </a:r>
            <a:r>
              <a:rPr dirty="0" sz="800" spc="-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00" spc="-40" b="1">
                <a:solidFill>
                  <a:srgbClr val="FFFFFF"/>
                </a:solidFill>
                <a:latin typeface="Tahoma"/>
                <a:cs typeface="Tahoma"/>
              </a:rPr>
              <a:t>Salary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92668" y="2745647"/>
            <a:ext cx="801370" cy="33083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475"/>
              </a:spcBef>
            </a:pPr>
            <a:r>
              <a:rPr dirty="0" sz="800" spc="-25" b="1">
                <a:solidFill>
                  <a:srgbClr val="262424"/>
                </a:solidFill>
                <a:latin typeface="Tahoma"/>
                <a:cs typeface="Tahoma"/>
              </a:rPr>
              <a:t>Basic</a:t>
            </a:r>
            <a:r>
              <a:rPr dirty="0" sz="800" spc="-6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800" spc="-10" b="1">
                <a:solidFill>
                  <a:srgbClr val="262424"/>
                </a:solidFill>
                <a:latin typeface="Tahoma"/>
                <a:cs typeface="Tahoma"/>
              </a:rPr>
              <a:t>Salary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600" spc="-10">
                <a:solidFill>
                  <a:srgbClr val="262424"/>
                </a:solidFill>
                <a:latin typeface="Verdana"/>
                <a:cs typeface="Verdana"/>
              </a:rPr>
              <a:t>Core</a:t>
            </a:r>
            <a:r>
              <a:rPr dirty="0" sz="600" spc="-4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262424"/>
                </a:solidFill>
                <a:latin typeface="Verdana"/>
                <a:cs typeface="Verdana"/>
              </a:rPr>
              <a:t>pay</a:t>
            </a:r>
            <a:r>
              <a:rPr dirty="0" sz="600" spc="-3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262424"/>
                </a:solidFill>
                <a:latin typeface="Verdana"/>
                <a:cs typeface="Verdana"/>
              </a:rPr>
              <a:t>component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24551" y="2696143"/>
            <a:ext cx="792480" cy="43434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470"/>
              </a:spcBef>
            </a:pPr>
            <a:r>
              <a:rPr dirty="0" sz="800" spc="-40" b="1">
                <a:solidFill>
                  <a:srgbClr val="262424"/>
                </a:solidFill>
                <a:latin typeface="Tahoma"/>
                <a:cs typeface="Tahoma"/>
              </a:rPr>
              <a:t>Net</a:t>
            </a:r>
            <a:r>
              <a:rPr dirty="0" sz="800" spc="-8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800" spc="-10" b="1">
                <a:solidFill>
                  <a:srgbClr val="262424"/>
                </a:solidFill>
                <a:latin typeface="Tahoma"/>
                <a:cs typeface="Tahoma"/>
              </a:rPr>
              <a:t>Salary</a:t>
            </a:r>
            <a:endParaRPr sz="800">
              <a:latin typeface="Tahoma"/>
              <a:cs typeface="Tahoma"/>
            </a:endParaRPr>
          </a:p>
          <a:p>
            <a:pPr algn="ctr" marL="12700" marR="5080">
              <a:lnSpc>
                <a:spcPct val="113199"/>
              </a:lnSpc>
              <a:spcBef>
                <a:spcPts val="245"/>
              </a:spcBef>
            </a:pPr>
            <a:r>
              <a:rPr dirty="0" sz="600" spc="-25">
                <a:solidFill>
                  <a:srgbClr val="262424"/>
                </a:solidFill>
                <a:latin typeface="Verdana"/>
                <a:cs typeface="Verdana"/>
              </a:rPr>
              <a:t>Take-</a:t>
            </a:r>
            <a:r>
              <a:rPr dirty="0" sz="600" spc="-20">
                <a:solidFill>
                  <a:srgbClr val="262424"/>
                </a:solidFill>
                <a:latin typeface="Verdana"/>
                <a:cs typeface="Verdana"/>
              </a:rPr>
              <a:t>home </a:t>
            </a:r>
            <a:r>
              <a:rPr dirty="0" sz="600" spc="-10">
                <a:solidFill>
                  <a:srgbClr val="262424"/>
                </a:solidFill>
                <a:latin typeface="Verdana"/>
                <a:cs typeface="Verdana"/>
              </a:rPr>
              <a:t>pay</a:t>
            </a:r>
            <a:r>
              <a:rPr dirty="0" sz="600" spc="-2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600" spc="-25">
                <a:solidFill>
                  <a:srgbClr val="262424"/>
                </a:solidFill>
                <a:latin typeface="Verdana"/>
                <a:cs typeface="Verdana"/>
              </a:rPr>
              <a:t>after</a:t>
            </a:r>
            <a:r>
              <a:rPr dirty="0" sz="600" spc="5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600" spc="-25">
                <a:solidFill>
                  <a:srgbClr val="262424"/>
                </a:solidFill>
                <a:latin typeface="Verdana"/>
                <a:cs typeface="Verdana"/>
              </a:rPr>
              <a:t>PF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10494" y="4303028"/>
            <a:ext cx="621665" cy="43434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dirty="0" sz="800" spc="-30" b="1">
                <a:solidFill>
                  <a:srgbClr val="262424"/>
                </a:solidFill>
                <a:latin typeface="Tahoma"/>
                <a:cs typeface="Tahoma"/>
              </a:rPr>
              <a:t>Gross</a:t>
            </a:r>
            <a:r>
              <a:rPr dirty="0" sz="800" spc="-5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800" spc="-10" b="1">
                <a:solidFill>
                  <a:srgbClr val="262424"/>
                </a:solidFill>
                <a:latin typeface="Tahoma"/>
                <a:cs typeface="Tahoma"/>
              </a:rPr>
              <a:t>Salary</a:t>
            </a:r>
            <a:endParaRPr sz="800">
              <a:latin typeface="Tahoma"/>
              <a:cs typeface="Tahoma"/>
            </a:endParaRPr>
          </a:p>
          <a:p>
            <a:pPr algn="ctr" marL="89535" marR="83185">
              <a:lnSpc>
                <a:spcPct val="113199"/>
              </a:lnSpc>
              <a:spcBef>
                <a:spcPts val="245"/>
              </a:spcBef>
            </a:pPr>
            <a:r>
              <a:rPr dirty="0" sz="600" spc="-25">
                <a:solidFill>
                  <a:srgbClr val="262424"/>
                </a:solidFill>
                <a:latin typeface="Verdana"/>
                <a:cs typeface="Verdana"/>
              </a:rPr>
              <a:t>Total</a:t>
            </a:r>
            <a:r>
              <a:rPr dirty="0" sz="600" spc="-3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262424"/>
                </a:solidFill>
                <a:latin typeface="Verdana"/>
                <a:cs typeface="Verdana"/>
              </a:rPr>
              <a:t>before deductions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08282" y="4352532"/>
            <a:ext cx="770255" cy="33083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475"/>
              </a:spcBef>
            </a:pPr>
            <a:r>
              <a:rPr dirty="0" sz="800" spc="-25" b="1">
                <a:solidFill>
                  <a:srgbClr val="262424"/>
                </a:solidFill>
                <a:latin typeface="Tahoma"/>
                <a:cs typeface="Tahoma"/>
              </a:rPr>
              <a:t>DA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600" spc="-10">
                <a:solidFill>
                  <a:srgbClr val="262424"/>
                </a:solidFill>
                <a:latin typeface="Verdana"/>
                <a:cs typeface="Verdana"/>
              </a:rPr>
              <a:t>Dearness</a:t>
            </a:r>
            <a:r>
              <a:rPr dirty="0" sz="600" spc="-3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262424"/>
                </a:solidFill>
                <a:latin typeface="Verdana"/>
                <a:cs typeface="Verdana"/>
              </a:rPr>
              <a:t>allowance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637420" y="3537848"/>
            <a:ext cx="724535" cy="33083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470"/>
              </a:spcBef>
            </a:pPr>
            <a:r>
              <a:rPr dirty="0" sz="800" spc="-25" b="1">
                <a:solidFill>
                  <a:srgbClr val="262424"/>
                </a:solidFill>
                <a:latin typeface="Tahoma"/>
                <a:cs typeface="Tahoma"/>
              </a:rPr>
              <a:t>HRA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dirty="0" sz="600" spc="-10">
                <a:solidFill>
                  <a:srgbClr val="262424"/>
                </a:solidFill>
                <a:latin typeface="Verdana"/>
                <a:cs typeface="Verdana"/>
              </a:rPr>
              <a:t>Housing</a:t>
            </a:r>
            <a:r>
              <a:rPr dirty="0" sz="600" spc="-1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262424"/>
                </a:solidFill>
                <a:latin typeface="Verdana"/>
                <a:cs typeface="Verdana"/>
              </a:rPr>
              <a:t>allowance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03299" y="3492836"/>
            <a:ext cx="650875" cy="43434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dirty="0" sz="800" spc="-25" b="1">
                <a:solidFill>
                  <a:srgbClr val="262424"/>
                </a:solidFill>
                <a:latin typeface="Tahoma"/>
                <a:cs typeface="Tahoma"/>
              </a:rPr>
              <a:t>PF</a:t>
            </a:r>
            <a:r>
              <a:rPr dirty="0" sz="800" spc="-8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800" spc="-20" b="1">
                <a:solidFill>
                  <a:srgbClr val="262424"/>
                </a:solidFill>
                <a:latin typeface="Tahoma"/>
                <a:cs typeface="Tahoma"/>
              </a:rPr>
              <a:t>Deduction</a:t>
            </a:r>
            <a:endParaRPr sz="800">
              <a:latin typeface="Tahoma"/>
              <a:cs typeface="Tahoma"/>
            </a:endParaRPr>
          </a:p>
          <a:p>
            <a:pPr algn="ctr" marL="53975" marR="47625">
              <a:lnSpc>
                <a:spcPct val="113199"/>
              </a:lnSpc>
              <a:spcBef>
                <a:spcPts val="245"/>
              </a:spcBef>
            </a:pPr>
            <a:r>
              <a:rPr dirty="0" sz="600" spc="-20">
                <a:solidFill>
                  <a:srgbClr val="262424"/>
                </a:solidFill>
                <a:latin typeface="Verdana"/>
                <a:cs typeface="Verdana"/>
              </a:rPr>
              <a:t>Provident</a:t>
            </a:r>
            <a:r>
              <a:rPr dirty="0" sz="600" spc="1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262424"/>
                </a:solidFill>
                <a:latin typeface="Verdana"/>
                <a:cs typeface="Verdana"/>
              </a:rPr>
              <a:t>fund</a:t>
            </a:r>
            <a:r>
              <a:rPr dirty="0" sz="600" spc="-10">
                <a:solidFill>
                  <a:srgbClr val="262424"/>
                </a:solidFill>
                <a:latin typeface="Verdana"/>
                <a:cs typeface="Verdana"/>
              </a:rPr>
              <a:t> contribution</a:t>
            </a:r>
            <a:endParaRPr sz="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507"/>
            <a:ext cx="4286250" cy="7448550"/>
            <a:chOff x="7143750" y="507"/>
            <a:chExt cx="4286250" cy="7448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507"/>
              <a:ext cx="4286250" cy="7448041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6941057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5" y="454025"/>
            <a:ext cx="5566410" cy="865505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ts val="3370"/>
              </a:lnSpc>
              <a:spcBef>
                <a:spcPts val="75"/>
              </a:spcBef>
            </a:pPr>
            <a:r>
              <a:rPr dirty="0" spc="-155"/>
              <a:t>Outputting</a:t>
            </a:r>
            <a:r>
              <a:rPr dirty="0" spc="-265"/>
              <a:t> </a:t>
            </a:r>
            <a:r>
              <a:rPr dirty="0" spc="-125"/>
              <a:t>the</a:t>
            </a:r>
            <a:r>
              <a:rPr dirty="0" spc="-265"/>
              <a:t> </a:t>
            </a:r>
            <a:r>
              <a:rPr dirty="0" spc="-95"/>
              <a:t>Salary</a:t>
            </a:r>
            <a:r>
              <a:rPr dirty="0" spc="-260"/>
              <a:t> </a:t>
            </a:r>
            <a:r>
              <a:rPr dirty="0" spc="-114"/>
              <a:t>Slip:</a:t>
            </a:r>
            <a:r>
              <a:rPr dirty="0" spc="-265"/>
              <a:t> </a:t>
            </a:r>
            <a:r>
              <a:rPr dirty="0" spc="-100"/>
              <a:t>Clarity</a:t>
            </a:r>
            <a:r>
              <a:rPr dirty="0" spc="-265"/>
              <a:t> </a:t>
            </a:r>
            <a:r>
              <a:rPr dirty="0" spc="365"/>
              <a:t>s </a:t>
            </a:r>
            <a:r>
              <a:rPr dirty="0" spc="-10"/>
              <a:t>Detail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00074" y="2333624"/>
            <a:ext cx="5943600" cy="4638675"/>
            <a:chOff x="600074" y="2333624"/>
            <a:chExt cx="5943600" cy="4638675"/>
          </a:xfrm>
        </p:grpSpPr>
        <p:sp>
          <p:nvSpPr>
            <p:cNvPr id="7" name="object 7"/>
            <p:cNvSpPr/>
            <p:nvPr/>
          </p:nvSpPr>
          <p:spPr>
            <a:xfrm>
              <a:off x="600062" y="2333624"/>
              <a:ext cx="5944235" cy="4638675"/>
            </a:xfrm>
            <a:custGeom>
              <a:avLst/>
              <a:gdLst/>
              <a:ahLst/>
              <a:cxnLst/>
              <a:rect l="l" t="t" r="r" b="b"/>
              <a:pathLst>
                <a:path w="5944234" h="4638675">
                  <a:moveTo>
                    <a:pt x="5943612" y="56070"/>
                  </a:moveTo>
                  <a:lnTo>
                    <a:pt x="5943600" y="55943"/>
                  </a:lnTo>
                  <a:lnTo>
                    <a:pt x="5943600" y="52057"/>
                  </a:lnTo>
                  <a:lnTo>
                    <a:pt x="5942076" y="44399"/>
                  </a:lnTo>
                  <a:lnTo>
                    <a:pt x="5940590" y="40855"/>
                  </a:lnTo>
                  <a:lnTo>
                    <a:pt x="5940552" y="40678"/>
                  </a:lnTo>
                  <a:lnTo>
                    <a:pt x="5937529" y="33401"/>
                  </a:lnTo>
                  <a:lnTo>
                    <a:pt x="5937453" y="33274"/>
                  </a:lnTo>
                  <a:lnTo>
                    <a:pt x="5935980" y="29705"/>
                  </a:lnTo>
                  <a:lnTo>
                    <a:pt x="5931649" y="23215"/>
                  </a:lnTo>
                  <a:lnTo>
                    <a:pt x="5928931" y="20510"/>
                  </a:lnTo>
                  <a:lnTo>
                    <a:pt x="5928817" y="20358"/>
                  </a:lnTo>
                  <a:lnTo>
                    <a:pt x="5923242" y="14795"/>
                  </a:lnTo>
                  <a:lnTo>
                    <a:pt x="5920397" y="11963"/>
                  </a:lnTo>
                  <a:lnTo>
                    <a:pt x="5913907" y="7620"/>
                  </a:lnTo>
                  <a:lnTo>
                    <a:pt x="5910377" y="6172"/>
                  </a:lnTo>
                  <a:lnTo>
                    <a:pt x="5910211" y="6070"/>
                  </a:lnTo>
                  <a:lnTo>
                    <a:pt x="5902922" y="3060"/>
                  </a:lnTo>
                  <a:lnTo>
                    <a:pt x="5902769" y="3022"/>
                  </a:lnTo>
                  <a:lnTo>
                    <a:pt x="5899201" y="1536"/>
                  </a:lnTo>
                  <a:lnTo>
                    <a:pt x="5891555" y="12"/>
                  </a:lnTo>
                  <a:lnTo>
                    <a:pt x="5887669" y="12"/>
                  </a:lnTo>
                  <a:lnTo>
                    <a:pt x="5887542" y="0"/>
                  </a:lnTo>
                  <a:lnTo>
                    <a:pt x="56070" y="0"/>
                  </a:lnTo>
                  <a:lnTo>
                    <a:pt x="55930" y="12"/>
                  </a:lnTo>
                  <a:lnTo>
                    <a:pt x="52057" y="12"/>
                  </a:lnTo>
                  <a:lnTo>
                    <a:pt x="44399" y="1536"/>
                  </a:lnTo>
                  <a:lnTo>
                    <a:pt x="40779" y="3035"/>
                  </a:lnTo>
                  <a:lnTo>
                    <a:pt x="33413" y="6070"/>
                  </a:lnTo>
                  <a:lnTo>
                    <a:pt x="29692" y="7620"/>
                  </a:lnTo>
                  <a:lnTo>
                    <a:pt x="23202" y="11963"/>
                  </a:lnTo>
                  <a:lnTo>
                    <a:pt x="20370" y="14795"/>
                  </a:lnTo>
                  <a:lnTo>
                    <a:pt x="14795" y="20358"/>
                  </a:lnTo>
                  <a:lnTo>
                    <a:pt x="11950" y="23215"/>
                  </a:lnTo>
                  <a:lnTo>
                    <a:pt x="7620" y="29705"/>
                  </a:lnTo>
                  <a:lnTo>
                    <a:pt x="6096" y="33375"/>
                  </a:lnTo>
                  <a:lnTo>
                    <a:pt x="4927" y="36182"/>
                  </a:lnTo>
                  <a:lnTo>
                    <a:pt x="1524" y="44399"/>
                  </a:lnTo>
                  <a:lnTo>
                    <a:pt x="0" y="52057"/>
                  </a:lnTo>
                  <a:lnTo>
                    <a:pt x="0" y="4586630"/>
                  </a:lnTo>
                  <a:lnTo>
                    <a:pt x="23202" y="4626737"/>
                  </a:lnTo>
                  <a:lnTo>
                    <a:pt x="34874" y="4633214"/>
                  </a:lnTo>
                  <a:lnTo>
                    <a:pt x="40690" y="4635627"/>
                  </a:lnTo>
                  <a:lnTo>
                    <a:pt x="44399" y="4637151"/>
                  </a:lnTo>
                  <a:lnTo>
                    <a:pt x="52057" y="4638675"/>
                  </a:lnTo>
                  <a:lnTo>
                    <a:pt x="56070" y="4638675"/>
                  </a:lnTo>
                  <a:lnTo>
                    <a:pt x="5887542" y="4638675"/>
                  </a:lnTo>
                  <a:lnTo>
                    <a:pt x="5891555" y="4638675"/>
                  </a:lnTo>
                  <a:lnTo>
                    <a:pt x="5899201" y="4637151"/>
                  </a:lnTo>
                  <a:lnTo>
                    <a:pt x="5902782" y="4635678"/>
                  </a:lnTo>
                  <a:lnTo>
                    <a:pt x="5902922" y="4635627"/>
                  </a:lnTo>
                  <a:lnTo>
                    <a:pt x="5910211" y="4632604"/>
                  </a:lnTo>
                  <a:lnTo>
                    <a:pt x="5913907" y="4631067"/>
                  </a:lnTo>
                  <a:lnTo>
                    <a:pt x="5920397" y="4626737"/>
                  </a:lnTo>
                  <a:lnTo>
                    <a:pt x="5923216" y="4623917"/>
                  </a:lnTo>
                  <a:lnTo>
                    <a:pt x="5928817" y="4618317"/>
                  </a:lnTo>
                  <a:lnTo>
                    <a:pt x="5931649" y="4615472"/>
                  </a:lnTo>
                  <a:lnTo>
                    <a:pt x="5935980" y="4608982"/>
                  </a:lnTo>
                  <a:lnTo>
                    <a:pt x="5937478" y="4605375"/>
                  </a:lnTo>
                  <a:lnTo>
                    <a:pt x="5940552" y="4597997"/>
                  </a:lnTo>
                  <a:lnTo>
                    <a:pt x="5942076" y="4594288"/>
                  </a:lnTo>
                  <a:lnTo>
                    <a:pt x="5943600" y="4586630"/>
                  </a:lnTo>
                  <a:lnTo>
                    <a:pt x="5943600" y="4582757"/>
                  </a:lnTo>
                  <a:lnTo>
                    <a:pt x="5943612" y="4582617"/>
                  </a:lnTo>
                  <a:lnTo>
                    <a:pt x="5943612" y="5607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296674" y="2611430"/>
              <a:ext cx="1717039" cy="3838575"/>
            </a:xfrm>
            <a:custGeom>
              <a:avLst/>
              <a:gdLst/>
              <a:ahLst/>
              <a:cxnLst/>
              <a:rect l="l" t="t" r="r" b="b"/>
              <a:pathLst>
                <a:path w="1717039" h="3838575">
                  <a:moveTo>
                    <a:pt x="161160" y="0"/>
                  </a:moveTo>
                  <a:lnTo>
                    <a:pt x="1716786" y="0"/>
                  </a:lnTo>
                </a:path>
                <a:path w="1717039" h="3838575">
                  <a:moveTo>
                    <a:pt x="0" y="552450"/>
                  </a:moveTo>
                  <a:lnTo>
                    <a:pt x="1555625" y="552450"/>
                  </a:lnTo>
                </a:path>
                <a:path w="1717039" h="3838575">
                  <a:moveTo>
                    <a:pt x="0" y="1647825"/>
                  </a:moveTo>
                  <a:lnTo>
                    <a:pt x="1555625" y="1647825"/>
                  </a:lnTo>
                </a:path>
                <a:path w="1717039" h="3838575">
                  <a:moveTo>
                    <a:pt x="0" y="3019425"/>
                  </a:moveTo>
                  <a:lnTo>
                    <a:pt x="1555625" y="3019425"/>
                  </a:lnTo>
                </a:path>
                <a:path w="1717039" h="3838575">
                  <a:moveTo>
                    <a:pt x="0" y="3838575"/>
                  </a:moveTo>
                  <a:lnTo>
                    <a:pt x="1555625" y="3838575"/>
                  </a:lnTo>
                </a:path>
              </a:pathLst>
            </a:custGeom>
            <a:ln w="12389">
              <a:solidFill>
                <a:srgbClr val="252323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87375" y="1526539"/>
            <a:ext cx="5504815" cy="5016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program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then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neatly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formats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prints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employee's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salary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slip,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ensuring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all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details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are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clearly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presented.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1350">
              <a:latin typeface="Verdana"/>
              <a:cs typeface="Verdana"/>
            </a:endParaRPr>
          </a:p>
          <a:p>
            <a:pPr marL="175260">
              <a:lnSpc>
                <a:spcPct val="100000"/>
              </a:lnSpc>
              <a:tabLst>
                <a:tab pos="2422525" algn="l"/>
              </a:tabLst>
            </a:pP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printf("\n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	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\n");</a:t>
            </a:r>
            <a:endParaRPr sz="1350">
              <a:latin typeface="Tahoma"/>
              <a:cs typeface="Tahoma"/>
            </a:endParaRPr>
          </a:p>
          <a:p>
            <a:pPr marL="175260">
              <a:lnSpc>
                <a:spcPct val="100000"/>
              </a:lnSpc>
              <a:spcBef>
                <a:spcPts val="555"/>
              </a:spcBef>
            </a:pP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printf("</a:t>
            </a:r>
            <a:r>
              <a:rPr dirty="0" sz="1350" spc="-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EMPLOYEE</a:t>
            </a:r>
            <a:r>
              <a:rPr dirty="0" sz="1350" spc="-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SALARY</a:t>
            </a:r>
            <a:r>
              <a:rPr dirty="0" sz="1350" spc="-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SLIP\n");</a:t>
            </a:r>
            <a:endParaRPr sz="1350">
              <a:latin typeface="Tahoma"/>
              <a:cs typeface="Tahoma"/>
            </a:endParaRPr>
          </a:p>
          <a:p>
            <a:pPr marL="175260">
              <a:lnSpc>
                <a:spcPct val="100000"/>
              </a:lnSpc>
              <a:spcBef>
                <a:spcPts val="555"/>
              </a:spcBef>
              <a:tabLst>
                <a:tab pos="2261235" algn="l"/>
              </a:tabLst>
            </a:pP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printf("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	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\n");</a:t>
            </a:r>
            <a:endParaRPr sz="1350">
              <a:latin typeface="Tahoma"/>
              <a:cs typeface="Tahoma"/>
            </a:endParaRPr>
          </a:p>
          <a:p>
            <a:pPr marL="175260" marR="2188210">
              <a:lnSpc>
                <a:spcPts val="2180"/>
              </a:lnSpc>
              <a:spcBef>
                <a:spcPts val="90"/>
              </a:spcBef>
              <a:tabLst>
                <a:tab pos="2261235" algn="l"/>
              </a:tabLst>
            </a:pP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printf("Employee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Tahoma"/>
                <a:cs typeface="Tahoma"/>
              </a:rPr>
              <a:t>ID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30">
                <a:solidFill>
                  <a:srgbClr val="262424"/>
                </a:solidFill>
                <a:latin typeface="Tahoma"/>
                <a:cs typeface="Tahoma"/>
              </a:rPr>
              <a:t>:</a:t>
            </a:r>
            <a:r>
              <a:rPr dirty="0" sz="1350" spc="-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Tahoma"/>
                <a:cs typeface="Tahoma"/>
              </a:rPr>
              <a:t>%d\n",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id);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printf("Employee</a:t>
            </a:r>
            <a:r>
              <a:rPr dirty="0" sz="1350" spc="-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Name</a:t>
            </a:r>
            <a:r>
              <a:rPr dirty="0" sz="1350" spc="-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30">
                <a:solidFill>
                  <a:srgbClr val="262424"/>
                </a:solidFill>
                <a:latin typeface="Tahoma"/>
                <a:cs typeface="Tahoma"/>
              </a:rPr>
              <a:t>:</a:t>
            </a:r>
            <a:r>
              <a:rPr dirty="0" sz="1350" spc="-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Tahoma"/>
                <a:cs typeface="Tahoma"/>
              </a:rPr>
              <a:t>%s\n",</a:t>
            </a:r>
            <a:r>
              <a:rPr dirty="0" sz="1350" spc="-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name);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printf("Department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30">
                <a:solidFill>
                  <a:srgbClr val="262424"/>
                </a:solidFill>
                <a:latin typeface="Tahoma"/>
                <a:cs typeface="Tahoma"/>
              </a:rPr>
              <a:t>: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Tahoma"/>
                <a:cs typeface="Tahoma"/>
              </a:rPr>
              <a:t>%s\n",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department); printf("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	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\n");</a:t>
            </a:r>
            <a:endParaRPr sz="1350">
              <a:latin typeface="Tahoma"/>
              <a:cs typeface="Tahoma"/>
            </a:endParaRPr>
          </a:p>
          <a:p>
            <a:pPr marL="175260" marR="2644140">
              <a:lnSpc>
                <a:spcPts val="2100"/>
              </a:lnSpc>
              <a:spcBef>
                <a:spcPts val="40"/>
              </a:spcBef>
            </a:pP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printf("Basic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Salary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30">
                <a:solidFill>
                  <a:srgbClr val="262424"/>
                </a:solidFill>
                <a:latin typeface="Tahoma"/>
                <a:cs typeface="Tahoma"/>
              </a:rPr>
              <a:t>: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Tahoma"/>
                <a:cs typeface="Tahoma"/>
              </a:rPr>
              <a:t>%.2f\n",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basic);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printf("HRA</a:t>
            </a:r>
            <a:r>
              <a:rPr dirty="0" sz="1350" spc="-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30">
                <a:solidFill>
                  <a:srgbClr val="262424"/>
                </a:solidFill>
                <a:latin typeface="Tahoma"/>
                <a:cs typeface="Tahoma"/>
              </a:rPr>
              <a:t>(20%%)</a:t>
            </a:r>
            <a:r>
              <a:rPr dirty="0" sz="1350" spc="-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30">
                <a:solidFill>
                  <a:srgbClr val="262424"/>
                </a:solidFill>
                <a:latin typeface="Tahoma"/>
                <a:cs typeface="Tahoma"/>
              </a:rPr>
              <a:t>:</a:t>
            </a:r>
            <a:r>
              <a:rPr dirty="0" sz="1350" spc="-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Tahoma"/>
                <a:cs typeface="Tahoma"/>
              </a:rPr>
              <a:t>%.2f\n",</a:t>
            </a:r>
            <a:r>
              <a:rPr dirty="0" sz="1350" spc="-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hra);</a:t>
            </a:r>
            <a:endParaRPr sz="1350">
              <a:latin typeface="Tahoma"/>
              <a:cs typeface="Tahoma"/>
            </a:endParaRPr>
          </a:p>
          <a:p>
            <a:pPr marL="175260" marR="2292985">
              <a:lnSpc>
                <a:spcPts val="2180"/>
              </a:lnSpc>
              <a:spcBef>
                <a:spcPts val="15"/>
              </a:spcBef>
              <a:tabLst>
                <a:tab pos="2261235" algn="l"/>
              </a:tabLst>
            </a:pP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printf("DA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30">
                <a:solidFill>
                  <a:srgbClr val="262424"/>
                </a:solidFill>
                <a:latin typeface="Tahoma"/>
                <a:cs typeface="Tahoma"/>
              </a:rPr>
              <a:t>(10%%)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30">
                <a:solidFill>
                  <a:srgbClr val="262424"/>
                </a:solidFill>
                <a:latin typeface="Tahoma"/>
                <a:cs typeface="Tahoma"/>
              </a:rPr>
              <a:t>: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Tahoma"/>
                <a:cs typeface="Tahoma"/>
              </a:rPr>
              <a:t>%.2f\n",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da);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printf("PF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Deduction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55">
                <a:solidFill>
                  <a:srgbClr val="262424"/>
                </a:solidFill>
                <a:latin typeface="Tahoma"/>
                <a:cs typeface="Tahoma"/>
              </a:rPr>
              <a:t>(8%%):</a:t>
            </a:r>
            <a:r>
              <a:rPr dirty="0" sz="1350" spc="-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Tahoma"/>
                <a:cs typeface="Tahoma"/>
              </a:rPr>
              <a:t>%.2f\n",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Tahoma"/>
                <a:cs typeface="Tahoma"/>
              </a:rPr>
              <a:t>pf);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printf("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	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\n");</a:t>
            </a:r>
            <a:endParaRPr sz="1350">
              <a:latin typeface="Tahoma"/>
              <a:cs typeface="Tahoma"/>
            </a:endParaRPr>
          </a:p>
          <a:p>
            <a:pPr marL="175260" marR="2573655">
              <a:lnSpc>
                <a:spcPts val="2100"/>
              </a:lnSpc>
              <a:spcBef>
                <a:spcPts val="45"/>
              </a:spcBef>
            </a:pP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printf("Gross</a:t>
            </a:r>
            <a:r>
              <a:rPr dirty="0" sz="1350" spc="-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Salary</a:t>
            </a:r>
            <a:r>
              <a:rPr dirty="0" sz="1350" spc="-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30">
                <a:solidFill>
                  <a:srgbClr val="262424"/>
                </a:solidFill>
                <a:latin typeface="Tahoma"/>
                <a:cs typeface="Tahoma"/>
              </a:rPr>
              <a:t>:</a:t>
            </a:r>
            <a:r>
              <a:rPr dirty="0" sz="1350" spc="-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Tahoma"/>
                <a:cs typeface="Tahoma"/>
              </a:rPr>
              <a:t>%.2f\n",</a:t>
            </a:r>
            <a:r>
              <a:rPr dirty="0" sz="1350" spc="-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gross);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printf("Net</a:t>
            </a:r>
            <a:r>
              <a:rPr dirty="0" sz="1350" spc="-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Salary</a:t>
            </a:r>
            <a:r>
              <a:rPr dirty="0" sz="1350" spc="-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30">
                <a:solidFill>
                  <a:srgbClr val="262424"/>
                </a:solidFill>
                <a:latin typeface="Tahoma"/>
                <a:cs typeface="Tahoma"/>
              </a:rPr>
              <a:t>:</a:t>
            </a:r>
            <a:r>
              <a:rPr dirty="0" sz="1350" spc="-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Tahoma"/>
                <a:cs typeface="Tahoma"/>
              </a:rPr>
              <a:t>%.2f\n",</a:t>
            </a:r>
            <a:r>
              <a:rPr dirty="0" sz="1350" spc="-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net);</a:t>
            </a:r>
            <a:endParaRPr sz="1350">
              <a:latin typeface="Tahoma"/>
              <a:cs typeface="Tahoma"/>
            </a:endParaRPr>
          </a:p>
          <a:p>
            <a:pPr marL="175260">
              <a:lnSpc>
                <a:spcPct val="100000"/>
              </a:lnSpc>
              <a:spcBef>
                <a:spcPts val="405"/>
              </a:spcBef>
              <a:tabLst>
                <a:tab pos="2261235" algn="l"/>
              </a:tabLst>
            </a:pP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printf("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	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\n");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648652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73625" y="454025"/>
            <a:ext cx="4405630" cy="86550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55"/>
              </a:spcBef>
            </a:pPr>
            <a:r>
              <a:rPr dirty="0" spc="-105"/>
              <a:t>Enhancing</a:t>
            </a:r>
            <a:r>
              <a:rPr dirty="0" spc="-280"/>
              <a:t> </a:t>
            </a:r>
            <a:r>
              <a:rPr dirty="0" spc="-125"/>
              <a:t>the</a:t>
            </a:r>
            <a:r>
              <a:rPr dirty="0" spc="-275"/>
              <a:t> </a:t>
            </a:r>
            <a:r>
              <a:rPr dirty="0" spc="-60"/>
              <a:t>Code:</a:t>
            </a:r>
            <a:r>
              <a:rPr dirty="0" spc="-280"/>
              <a:t> </a:t>
            </a:r>
            <a:r>
              <a:rPr dirty="0" spc="-120"/>
              <a:t>Future </a:t>
            </a:r>
            <a:r>
              <a:rPr dirty="0" spc="-30"/>
              <a:t>Possibilities</a:t>
            </a:r>
          </a:p>
        </p:txBody>
      </p:sp>
      <p:sp>
        <p:nvSpPr>
          <p:cNvPr id="4" name="object 4"/>
          <p:cNvSpPr/>
          <p:nvPr/>
        </p:nvSpPr>
        <p:spPr>
          <a:xfrm>
            <a:off x="4953000" y="1605787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898" y="0"/>
                </a:moveTo>
                <a:lnTo>
                  <a:pt x="144043" y="0"/>
                </a:lnTo>
                <a:lnTo>
                  <a:pt x="136931" y="7124"/>
                </a:lnTo>
                <a:lnTo>
                  <a:pt x="136931" y="12979"/>
                </a:lnTo>
                <a:lnTo>
                  <a:pt x="225856" y="101904"/>
                </a:lnTo>
                <a:lnTo>
                  <a:pt x="4127" y="101904"/>
                </a:lnTo>
                <a:lnTo>
                  <a:pt x="0" y="106045"/>
                </a:lnTo>
                <a:lnTo>
                  <a:pt x="0" y="116141"/>
                </a:lnTo>
                <a:lnTo>
                  <a:pt x="4127" y="120281"/>
                </a:lnTo>
                <a:lnTo>
                  <a:pt x="225856" y="120281"/>
                </a:lnTo>
                <a:lnTo>
                  <a:pt x="136931" y="209207"/>
                </a:lnTo>
                <a:lnTo>
                  <a:pt x="136931" y="215061"/>
                </a:lnTo>
                <a:lnTo>
                  <a:pt x="144043" y="222186"/>
                </a:lnTo>
                <a:lnTo>
                  <a:pt x="149898" y="222186"/>
                </a:lnTo>
                <a:lnTo>
                  <a:pt x="258064" y="114020"/>
                </a:lnTo>
                <a:lnTo>
                  <a:pt x="258064" y="108165"/>
                </a:lnTo>
                <a:lnTo>
                  <a:pt x="149898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0"/>
              <a:t>Database</a:t>
            </a:r>
            <a:r>
              <a:rPr dirty="0" spc="-140"/>
              <a:t> </a:t>
            </a:r>
            <a:r>
              <a:rPr dirty="0" spc="-10"/>
              <a:t>Integration</a:t>
            </a:r>
          </a:p>
          <a:p>
            <a:pPr marL="12700" marR="160655">
              <a:lnSpc>
                <a:spcPct val="134300"/>
              </a:lnSpc>
              <a:spcBef>
                <a:spcPts val="465"/>
              </a:spcBef>
            </a:pPr>
            <a:r>
              <a:rPr dirty="0" sz="1350" spc="-90" b="0">
                <a:latin typeface="Verdana"/>
                <a:cs typeface="Verdana"/>
              </a:rPr>
              <a:t>Store</a:t>
            </a:r>
            <a:r>
              <a:rPr dirty="0" sz="1350" spc="-120" b="0">
                <a:latin typeface="Verdana"/>
                <a:cs typeface="Verdana"/>
              </a:rPr>
              <a:t> </a:t>
            </a:r>
            <a:r>
              <a:rPr dirty="0" sz="1350" spc="-80" b="0">
                <a:latin typeface="Verdana"/>
                <a:cs typeface="Verdana"/>
              </a:rPr>
              <a:t>employee</a:t>
            </a:r>
            <a:r>
              <a:rPr dirty="0" sz="1350" spc="-114" b="0">
                <a:latin typeface="Verdana"/>
                <a:cs typeface="Verdana"/>
              </a:rPr>
              <a:t> </a:t>
            </a:r>
            <a:r>
              <a:rPr dirty="0" sz="1350" spc="-85" b="0">
                <a:latin typeface="Verdana"/>
                <a:cs typeface="Verdana"/>
              </a:rPr>
              <a:t>data</a:t>
            </a:r>
            <a:r>
              <a:rPr dirty="0" sz="1350" spc="-114" b="0">
                <a:latin typeface="Verdana"/>
                <a:cs typeface="Verdana"/>
              </a:rPr>
              <a:t> </a:t>
            </a:r>
            <a:r>
              <a:rPr dirty="0" sz="1350" spc="-70" b="0">
                <a:latin typeface="Verdana"/>
                <a:cs typeface="Verdana"/>
              </a:rPr>
              <a:t>and</a:t>
            </a:r>
            <a:r>
              <a:rPr dirty="0" sz="1350" spc="-114" b="0">
                <a:latin typeface="Verdana"/>
                <a:cs typeface="Verdana"/>
              </a:rPr>
              <a:t> </a:t>
            </a:r>
            <a:r>
              <a:rPr dirty="0" sz="1350" spc="-75" b="0">
                <a:latin typeface="Verdana"/>
                <a:cs typeface="Verdana"/>
              </a:rPr>
              <a:t>salary</a:t>
            </a:r>
            <a:r>
              <a:rPr dirty="0" sz="1350" spc="-114" b="0">
                <a:latin typeface="Verdana"/>
                <a:cs typeface="Verdana"/>
              </a:rPr>
              <a:t> </a:t>
            </a:r>
            <a:r>
              <a:rPr dirty="0" sz="1350" spc="-55" b="0">
                <a:latin typeface="Verdana"/>
                <a:cs typeface="Verdana"/>
              </a:rPr>
              <a:t>records</a:t>
            </a:r>
            <a:r>
              <a:rPr dirty="0" sz="1350" spc="-114" b="0">
                <a:latin typeface="Verdana"/>
                <a:cs typeface="Verdana"/>
              </a:rPr>
              <a:t> </a:t>
            </a:r>
            <a:r>
              <a:rPr dirty="0" sz="1350" spc="-75" b="0">
                <a:latin typeface="Verdana"/>
                <a:cs typeface="Verdana"/>
              </a:rPr>
              <a:t>in</a:t>
            </a:r>
            <a:r>
              <a:rPr dirty="0" sz="1350" spc="-114" b="0">
                <a:latin typeface="Verdana"/>
                <a:cs typeface="Verdana"/>
              </a:rPr>
              <a:t> </a:t>
            </a:r>
            <a:r>
              <a:rPr dirty="0" sz="1350" spc="-65" b="0">
                <a:latin typeface="Verdana"/>
                <a:cs typeface="Verdana"/>
              </a:rPr>
              <a:t>a</a:t>
            </a:r>
            <a:r>
              <a:rPr dirty="0" sz="1350" spc="-114" b="0">
                <a:latin typeface="Verdana"/>
                <a:cs typeface="Verdana"/>
              </a:rPr>
              <a:t> </a:t>
            </a:r>
            <a:r>
              <a:rPr dirty="0" sz="1350" spc="-70" b="0">
                <a:latin typeface="Verdana"/>
                <a:cs typeface="Verdana"/>
              </a:rPr>
              <a:t>database</a:t>
            </a:r>
            <a:r>
              <a:rPr dirty="0" sz="1350" spc="-114" b="0">
                <a:latin typeface="Verdana"/>
                <a:cs typeface="Verdana"/>
              </a:rPr>
              <a:t> </a:t>
            </a:r>
            <a:r>
              <a:rPr dirty="0" sz="1350" spc="-60" b="0">
                <a:latin typeface="Verdana"/>
                <a:cs typeface="Verdana"/>
              </a:rPr>
              <a:t>for</a:t>
            </a:r>
            <a:r>
              <a:rPr dirty="0" sz="1350" spc="-114" b="0">
                <a:latin typeface="Verdana"/>
                <a:cs typeface="Verdana"/>
              </a:rPr>
              <a:t> </a:t>
            </a:r>
            <a:r>
              <a:rPr dirty="0" sz="1350" spc="-45" b="0">
                <a:latin typeface="Verdana"/>
                <a:cs typeface="Verdana"/>
              </a:rPr>
              <a:t>better </a:t>
            </a:r>
            <a:r>
              <a:rPr dirty="0" sz="1350" spc="-100" b="0">
                <a:latin typeface="Verdana"/>
                <a:cs typeface="Verdana"/>
              </a:rPr>
              <a:t>management </a:t>
            </a:r>
            <a:r>
              <a:rPr dirty="0" sz="1350" spc="-70" b="0">
                <a:latin typeface="Verdana"/>
                <a:cs typeface="Verdana"/>
              </a:rPr>
              <a:t>and</a:t>
            </a:r>
            <a:r>
              <a:rPr dirty="0" sz="1350" spc="-95" b="0">
                <a:latin typeface="Verdana"/>
                <a:cs typeface="Verdana"/>
              </a:rPr>
              <a:t> </a:t>
            </a:r>
            <a:r>
              <a:rPr dirty="0" sz="1350" spc="-10" b="0">
                <a:latin typeface="Verdana"/>
                <a:cs typeface="Verdana"/>
              </a:rPr>
              <a:t>retrieval.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pc="-25"/>
              <a:t>User</a:t>
            </a:r>
            <a:r>
              <a:rPr dirty="0" spc="-160"/>
              <a:t> </a:t>
            </a:r>
            <a:r>
              <a:rPr dirty="0" spc="-10"/>
              <a:t>Interface</a:t>
            </a: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75" b="0">
                <a:latin typeface="Verdana"/>
                <a:cs typeface="Verdana"/>
              </a:rPr>
              <a:t>Develop</a:t>
            </a:r>
            <a:r>
              <a:rPr dirty="0" sz="1350" spc="-110" b="0">
                <a:latin typeface="Verdana"/>
                <a:cs typeface="Verdana"/>
              </a:rPr>
              <a:t> </a:t>
            </a:r>
            <a:r>
              <a:rPr dirty="0" sz="1350" spc="-65" b="0">
                <a:latin typeface="Verdana"/>
                <a:cs typeface="Verdana"/>
              </a:rPr>
              <a:t>a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65" b="0">
                <a:latin typeface="Verdana"/>
                <a:cs typeface="Verdana"/>
              </a:rPr>
              <a:t>graphical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65" b="0">
                <a:latin typeface="Verdana"/>
                <a:cs typeface="Verdana"/>
              </a:rPr>
              <a:t>user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65" b="0">
                <a:latin typeface="Verdana"/>
                <a:cs typeface="Verdana"/>
              </a:rPr>
              <a:t>interface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130" b="0">
                <a:latin typeface="Verdana"/>
                <a:cs typeface="Verdana"/>
              </a:rPr>
              <a:t>(GUI)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60" b="0">
                <a:latin typeface="Verdana"/>
                <a:cs typeface="Verdana"/>
              </a:rPr>
              <a:t>for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65" b="0">
                <a:latin typeface="Verdana"/>
                <a:cs typeface="Verdana"/>
              </a:rPr>
              <a:t>easier</a:t>
            </a:r>
            <a:r>
              <a:rPr dirty="0" sz="1350" spc="-110" b="0">
                <a:latin typeface="Verdana"/>
                <a:cs typeface="Verdana"/>
              </a:rPr>
              <a:t> </a:t>
            </a:r>
            <a:r>
              <a:rPr dirty="0" sz="1350" spc="-80" b="0">
                <a:latin typeface="Verdana"/>
                <a:cs typeface="Verdana"/>
              </a:rPr>
              <a:t>interaction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25" b="0">
                <a:latin typeface="Verdana"/>
                <a:cs typeface="Verdana"/>
              </a:rPr>
              <a:t>and </a:t>
            </a:r>
            <a:r>
              <a:rPr dirty="0" sz="1350" spc="-90" b="0">
                <a:latin typeface="Verdana"/>
                <a:cs typeface="Verdana"/>
              </a:rPr>
              <a:t>improved</a:t>
            </a:r>
            <a:r>
              <a:rPr dirty="0" sz="1350" spc="-100" b="0">
                <a:latin typeface="Verdana"/>
                <a:cs typeface="Verdana"/>
              </a:rPr>
              <a:t> </a:t>
            </a:r>
            <a:r>
              <a:rPr dirty="0" sz="1350" spc="-65" b="0">
                <a:latin typeface="Verdana"/>
                <a:cs typeface="Verdana"/>
              </a:rPr>
              <a:t>user</a:t>
            </a:r>
            <a:r>
              <a:rPr dirty="0" sz="1350" spc="-95" b="0">
                <a:latin typeface="Verdana"/>
                <a:cs typeface="Verdana"/>
              </a:rPr>
              <a:t> </a:t>
            </a:r>
            <a:r>
              <a:rPr dirty="0" sz="1350" spc="-10" b="0">
                <a:latin typeface="Verdana"/>
                <a:cs typeface="Verdana"/>
              </a:rPr>
              <a:t>experience.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60"/>
              <a:t>Tax</a:t>
            </a:r>
            <a:r>
              <a:rPr dirty="0" spc="-170"/>
              <a:t> </a:t>
            </a:r>
            <a:r>
              <a:rPr dirty="0" spc="-10"/>
              <a:t>Calculations</a:t>
            </a: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dirty="0" sz="1350" spc="-85" b="0">
                <a:latin typeface="Verdana"/>
                <a:cs typeface="Verdana"/>
              </a:rPr>
              <a:t>Incorporate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95" b="0">
                <a:latin typeface="Verdana"/>
                <a:cs typeface="Verdana"/>
              </a:rPr>
              <a:t>more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70" b="0">
                <a:latin typeface="Verdana"/>
                <a:cs typeface="Verdana"/>
              </a:rPr>
              <a:t>complex</a:t>
            </a:r>
            <a:r>
              <a:rPr dirty="0" sz="1350" spc="-100" b="0">
                <a:latin typeface="Verdana"/>
                <a:cs typeface="Verdana"/>
              </a:rPr>
              <a:t> tax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60" b="0">
                <a:latin typeface="Verdana"/>
                <a:cs typeface="Verdana"/>
              </a:rPr>
              <a:t>deductions</a:t>
            </a:r>
            <a:r>
              <a:rPr dirty="0" sz="1350" spc="-100" b="0">
                <a:latin typeface="Verdana"/>
                <a:cs typeface="Verdana"/>
              </a:rPr>
              <a:t> </a:t>
            </a:r>
            <a:r>
              <a:rPr dirty="0" sz="1350" spc="-70" b="0">
                <a:latin typeface="Verdana"/>
                <a:cs typeface="Verdana"/>
              </a:rPr>
              <a:t>and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50" b="0">
                <a:latin typeface="Verdana"/>
                <a:cs typeface="Verdana"/>
              </a:rPr>
              <a:t>local</a:t>
            </a:r>
            <a:r>
              <a:rPr dirty="0" sz="1350" spc="-105" b="0">
                <a:latin typeface="Verdana"/>
                <a:cs typeface="Verdana"/>
              </a:rPr>
              <a:t> </a:t>
            </a:r>
            <a:r>
              <a:rPr dirty="0" sz="1350" spc="-100" b="0">
                <a:latin typeface="Verdana"/>
                <a:cs typeface="Verdana"/>
              </a:rPr>
              <a:t>tax </a:t>
            </a:r>
            <a:r>
              <a:rPr dirty="0" sz="1350" spc="-10" b="0">
                <a:latin typeface="Verdana"/>
                <a:cs typeface="Verdana"/>
              </a:rPr>
              <a:t>laws.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65"/>
              <a:t>Report</a:t>
            </a:r>
            <a:r>
              <a:rPr dirty="0" spc="-185"/>
              <a:t> </a:t>
            </a:r>
            <a:r>
              <a:rPr dirty="0" spc="-10"/>
              <a:t>Generation</a:t>
            </a:r>
          </a:p>
          <a:p>
            <a:pPr marL="12700" marR="194945">
              <a:lnSpc>
                <a:spcPct val="134300"/>
              </a:lnSpc>
              <a:spcBef>
                <a:spcPts val="535"/>
              </a:spcBef>
            </a:pPr>
            <a:r>
              <a:rPr dirty="0" sz="1350" spc="-40" b="0">
                <a:latin typeface="Verdana"/>
                <a:cs typeface="Verdana"/>
              </a:rPr>
              <a:t>Add</a:t>
            </a:r>
            <a:r>
              <a:rPr dirty="0" sz="1350" spc="-95" b="0">
                <a:latin typeface="Verdana"/>
                <a:cs typeface="Verdana"/>
              </a:rPr>
              <a:t> </a:t>
            </a:r>
            <a:r>
              <a:rPr dirty="0" sz="1350" spc="-75" b="0">
                <a:latin typeface="Verdana"/>
                <a:cs typeface="Verdana"/>
              </a:rPr>
              <a:t>functionalities</a:t>
            </a:r>
            <a:r>
              <a:rPr dirty="0" sz="1350" spc="-90" b="0">
                <a:latin typeface="Verdana"/>
                <a:cs typeface="Verdana"/>
              </a:rPr>
              <a:t> </a:t>
            </a:r>
            <a:r>
              <a:rPr dirty="0" sz="1350" spc="-85" b="0">
                <a:latin typeface="Verdana"/>
                <a:cs typeface="Verdana"/>
              </a:rPr>
              <a:t>to</a:t>
            </a:r>
            <a:r>
              <a:rPr dirty="0" sz="1350" spc="-90" b="0">
                <a:latin typeface="Verdana"/>
                <a:cs typeface="Verdana"/>
              </a:rPr>
              <a:t> </a:t>
            </a:r>
            <a:r>
              <a:rPr dirty="0" sz="1350" spc="-80" b="0">
                <a:latin typeface="Verdana"/>
                <a:cs typeface="Verdana"/>
              </a:rPr>
              <a:t>generate</a:t>
            </a:r>
            <a:r>
              <a:rPr dirty="0" sz="1350" spc="-90" b="0">
                <a:latin typeface="Verdana"/>
                <a:cs typeface="Verdana"/>
              </a:rPr>
              <a:t> </a:t>
            </a:r>
            <a:r>
              <a:rPr dirty="0" sz="1350" spc="-75" b="0">
                <a:latin typeface="Verdana"/>
                <a:cs typeface="Verdana"/>
              </a:rPr>
              <a:t>detailed</a:t>
            </a:r>
            <a:r>
              <a:rPr dirty="0" sz="1350" spc="-95" b="0">
                <a:latin typeface="Verdana"/>
                <a:cs typeface="Verdana"/>
              </a:rPr>
              <a:t> </a:t>
            </a:r>
            <a:r>
              <a:rPr dirty="0" sz="1350" spc="-75" b="0">
                <a:latin typeface="Verdana"/>
                <a:cs typeface="Verdana"/>
              </a:rPr>
              <a:t>reports</a:t>
            </a:r>
            <a:r>
              <a:rPr dirty="0" sz="1350" spc="-90" b="0">
                <a:latin typeface="Verdana"/>
                <a:cs typeface="Verdana"/>
              </a:rPr>
              <a:t> </a:t>
            </a:r>
            <a:r>
              <a:rPr dirty="0" sz="1350" spc="-60" b="0">
                <a:latin typeface="Verdana"/>
                <a:cs typeface="Verdana"/>
              </a:rPr>
              <a:t>for</a:t>
            </a:r>
            <a:r>
              <a:rPr dirty="0" sz="1350" spc="-90" b="0">
                <a:latin typeface="Verdana"/>
                <a:cs typeface="Verdana"/>
              </a:rPr>
              <a:t> </a:t>
            </a:r>
            <a:r>
              <a:rPr dirty="0" sz="1350" spc="-85" b="0">
                <a:latin typeface="Verdana"/>
                <a:cs typeface="Verdana"/>
              </a:rPr>
              <a:t>auditing</a:t>
            </a:r>
            <a:r>
              <a:rPr dirty="0" sz="1350" spc="-90" b="0">
                <a:latin typeface="Verdana"/>
                <a:cs typeface="Verdana"/>
              </a:rPr>
              <a:t> </a:t>
            </a:r>
            <a:r>
              <a:rPr dirty="0" sz="1350" spc="-25" b="0">
                <a:latin typeface="Verdana"/>
                <a:cs typeface="Verdana"/>
              </a:rPr>
              <a:t>and </a:t>
            </a:r>
            <a:r>
              <a:rPr dirty="0" sz="1350" spc="-65" b="0">
                <a:latin typeface="Verdana"/>
                <a:cs typeface="Verdana"/>
              </a:rPr>
              <a:t>financial</a:t>
            </a:r>
            <a:r>
              <a:rPr dirty="0" sz="1350" spc="-95" b="0">
                <a:latin typeface="Verdana"/>
                <a:cs typeface="Verdana"/>
              </a:rPr>
              <a:t> </a:t>
            </a:r>
            <a:r>
              <a:rPr dirty="0" sz="1350" spc="-10" b="0">
                <a:latin typeface="Verdana"/>
                <a:cs typeface="Verdana"/>
              </a:rPr>
              <a:t>analysis.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53000" y="2872612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898" y="0"/>
                </a:moveTo>
                <a:lnTo>
                  <a:pt x="144043" y="0"/>
                </a:lnTo>
                <a:lnTo>
                  <a:pt x="136931" y="7124"/>
                </a:lnTo>
                <a:lnTo>
                  <a:pt x="136931" y="12979"/>
                </a:lnTo>
                <a:lnTo>
                  <a:pt x="225856" y="101904"/>
                </a:lnTo>
                <a:lnTo>
                  <a:pt x="4127" y="101904"/>
                </a:lnTo>
                <a:lnTo>
                  <a:pt x="0" y="106045"/>
                </a:lnTo>
                <a:lnTo>
                  <a:pt x="0" y="116141"/>
                </a:lnTo>
                <a:lnTo>
                  <a:pt x="4127" y="120281"/>
                </a:lnTo>
                <a:lnTo>
                  <a:pt x="225856" y="120281"/>
                </a:lnTo>
                <a:lnTo>
                  <a:pt x="136931" y="209207"/>
                </a:lnTo>
                <a:lnTo>
                  <a:pt x="136931" y="215061"/>
                </a:lnTo>
                <a:lnTo>
                  <a:pt x="144043" y="222186"/>
                </a:lnTo>
                <a:lnTo>
                  <a:pt x="149898" y="222186"/>
                </a:lnTo>
                <a:lnTo>
                  <a:pt x="258064" y="114020"/>
                </a:lnTo>
                <a:lnTo>
                  <a:pt x="258064" y="108165"/>
                </a:lnTo>
                <a:lnTo>
                  <a:pt x="149898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53000" y="4129912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898" y="0"/>
                </a:moveTo>
                <a:lnTo>
                  <a:pt x="144043" y="0"/>
                </a:lnTo>
                <a:lnTo>
                  <a:pt x="136931" y="7124"/>
                </a:lnTo>
                <a:lnTo>
                  <a:pt x="136931" y="12979"/>
                </a:lnTo>
                <a:lnTo>
                  <a:pt x="225856" y="101904"/>
                </a:lnTo>
                <a:lnTo>
                  <a:pt x="4127" y="101904"/>
                </a:lnTo>
                <a:lnTo>
                  <a:pt x="0" y="106045"/>
                </a:lnTo>
                <a:lnTo>
                  <a:pt x="0" y="116141"/>
                </a:lnTo>
                <a:lnTo>
                  <a:pt x="4127" y="120281"/>
                </a:lnTo>
                <a:lnTo>
                  <a:pt x="225856" y="120281"/>
                </a:lnTo>
                <a:lnTo>
                  <a:pt x="136931" y="209207"/>
                </a:lnTo>
                <a:lnTo>
                  <a:pt x="136931" y="215061"/>
                </a:lnTo>
                <a:lnTo>
                  <a:pt x="144043" y="222186"/>
                </a:lnTo>
                <a:lnTo>
                  <a:pt x="149898" y="222186"/>
                </a:lnTo>
                <a:lnTo>
                  <a:pt x="258064" y="114020"/>
                </a:lnTo>
                <a:lnTo>
                  <a:pt x="258064" y="108165"/>
                </a:lnTo>
                <a:lnTo>
                  <a:pt x="149898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53000" y="5120513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898" y="0"/>
                </a:moveTo>
                <a:lnTo>
                  <a:pt x="144043" y="0"/>
                </a:lnTo>
                <a:lnTo>
                  <a:pt x="136931" y="7124"/>
                </a:lnTo>
                <a:lnTo>
                  <a:pt x="136931" y="12979"/>
                </a:lnTo>
                <a:lnTo>
                  <a:pt x="225856" y="101908"/>
                </a:lnTo>
                <a:lnTo>
                  <a:pt x="4127" y="101908"/>
                </a:lnTo>
                <a:lnTo>
                  <a:pt x="0" y="106041"/>
                </a:lnTo>
                <a:lnTo>
                  <a:pt x="0" y="116146"/>
                </a:lnTo>
                <a:lnTo>
                  <a:pt x="4127" y="120279"/>
                </a:lnTo>
                <a:lnTo>
                  <a:pt x="225856" y="120279"/>
                </a:lnTo>
                <a:lnTo>
                  <a:pt x="136931" y="209208"/>
                </a:lnTo>
                <a:lnTo>
                  <a:pt x="136931" y="215063"/>
                </a:lnTo>
                <a:lnTo>
                  <a:pt x="144043" y="222181"/>
                </a:lnTo>
                <a:lnTo>
                  <a:pt x="149898" y="222181"/>
                </a:lnTo>
                <a:lnTo>
                  <a:pt x="258064" y="114018"/>
                </a:lnTo>
                <a:lnTo>
                  <a:pt x="258064" y="108164"/>
                </a:lnTo>
                <a:lnTo>
                  <a:pt x="149898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74841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73625" y="768350"/>
            <a:ext cx="4872990" cy="86550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55"/>
              </a:spcBef>
            </a:pPr>
            <a:r>
              <a:rPr dirty="0" spc="-75"/>
              <a:t>Key</a:t>
            </a:r>
            <a:r>
              <a:rPr dirty="0" spc="-285"/>
              <a:t> </a:t>
            </a:r>
            <a:r>
              <a:rPr dirty="0" spc="-120"/>
              <a:t>Takeaways:</a:t>
            </a:r>
            <a:r>
              <a:rPr dirty="0" spc="-285"/>
              <a:t> </a:t>
            </a:r>
            <a:r>
              <a:rPr dirty="0" spc="-145"/>
              <a:t>Your</a:t>
            </a:r>
            <a:r>
              <a:rPr dirty="0" spc="-285"/>
              <a:t> </a:t>
            </a:r>
            <a:r>
              <a:rPr dirty="0" spc="180"/>
              <a:t>C</a:t>
            </a:r>
            <a:r>
              <a:rPr dirty="0" spc="-285"/>
              <a:t> </a:t>
            </a:r>
            <a:r>
              <a:rPr dirty="0" spc="-105"/>
              <a:t>Payroll </a:t>
            </a:r>
            <a:r>
              <a:rPr dirty="0" spc="-10"/>
              <a:t>Journey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86325" y="1904999"/>
            <a:ext cx="2886075" cy="1552575"/>
            <a:chOff x="4886325" y="1904999"/>
            <a:chExt cx="2886075" cy="1552575"/>
          </a:xfrm>
        </p:grpSpPr>
        <p:sp>
          <p:nvSpPr>
            <p:cNvPr id="5" name="object 5"/>
            <p:cNvSpPr/>
            <p:nvPr/>
          </p:nvSpPr>
          <p:spPr>
            <a:xfrm>
              <a:off x="4891087" y="1909762"/>
              <a:ext cx="2876550" cy="1543050"/>
            </a:xfrm>
            <a:custGeom>
              <a:avLst/>
              <a:gdLst/>
              <a:ahLst/>
              <a:cxnLst/>
              <a:rect l="l" t="t" r="r" b="b"/>
              <a:pathLst>
                <a:path w="2876550" h="1543050">
                  <a:moveTo>
                    <a:pt x="2876550" y="0"/>
                  </a:moveTo>
                  <a:lnTo>
                    <a:pt x="338137" y="0"/>
                  </a:lnTo>
                  <a:lnTo>
                    <a:pt x="329836" y="102"/>
                  </a:lnTo>
                  <a:lnTo>
                    <a:pt x="288524" y="3657"/>
                  </a:lnTo>
                  <a:lnTo>
                    <a:pt x="247949" y="12249"/>
                  </a:lnTo>
                  <a:lnTo>
                    <a:pt x="208737" y="25742"/>
                  </a:lnTo>
                  <a:lnTo>
                    <a:pt x="171467" y="43929"/>
                  </a:lnTo>
                  <a:lnTo>
                    <a:pt x="136707" y="66541"/>
                  </a:lnTo>
                  <a:lnTo>
                    <a:pt x="104978" y="93241"/>
                  </a:lnTo>
                  <a:lnTo>
                    <a:pt x="76758" y="123621"/>
                  </a:lnTo>
                  <a:lnTo>
                    <a:pt x="52460" y="157237"/>
                  </a:lnTo>
                  <a:lnTo>
                    <a:pt x="32469" y="193567"/>
                  </a:lnTo>
                  <a:lnTo>
                    <a:pt x="17066" y="232066"/>
                  </a:lnTo>
                  <a:lnTo>
                    <a:pt x="6502" y="272173"/>
                  </a:lnTo>
                  <a:lnTo>
                    <a:pt x="916" y="313262"/>
                  </a:lnTo>
                  <a:lnTo>
                    <a:pt x="0" y="338137"/>
                  </a:lnTo>
                  <a:lnTo>
                    <a:pt x="0" y="1543050"/>
                  </a:lnTo>
                  <a:lnTo>
                    <a:pt x="2538412" y="1543050"/>
                  </a:lnTo>
                  <a:lnTo>
                    <a:pt x="2546713" y="1542947"/>
                  </a:lnTo>
                  <a:lnTo>
                    <a:pt x="2588025" y="1539386"/>
                  </a:lnTo>
                  <a:lnTo>
                    <a:pt x="2628595" y="1530805"/>
                  </a:lnTo>
                  <a:lnTo>
                    <a:pt x="2667812" y="1517307"/>
                  </a:lnTo>
                  <a:lnTo>
                    <a:pt x="2705082" y="1499118"/>
                  </a:lnTo>
                  <a:lnTo>
                    <a:pt x="2739837" y="1476502"/>
                  </a:lnTo>
                  <a:lnTo>
                    <a:pt x="2771571" y="1449808"/>
                  </a:lnTo>
                  <a:lnTo>
                    <a:pt x="2799791" y="1419428"/>
                  </a:lnTo>
                  <a:lnTo>
                    <a:pt x="2824089" y="1385812"/>
                  </a:lnTo>
                  <a:lnTo>
                    <a:pt x="2844080" y="1349487"/>
                  </a:lnTo>
                  <a:lnTo>
                    <a:pt x="2859483" y="1310981"/>
                  </a:lnTo>
                  <a:lnTo>
                    <a:pt x="2870047" y="1270876"/>
                  </a:lnTo>
                  <a:lnTo>
                    <a:pt x="2875633" y="1229781"/>
                  </a:lnTo>
                  <a:lnTo>
                    <a:pt x="2876550" y="1204912"/>
                  </a:lnTo>
                  <a:lnTo>
                    <a:pt x="2876550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891087" y="1909762"/>
              <a:ext cx="2876550" cy="1543050"/>
            </a:xfrm>
            <a:custGeom>
              <a:avLst/>
              <a:gdLst/>
              <a:ahLst/>
              <a:cxnLst/>
              <a:rect l="l" t="t" r="r" b="b"/>
              <a:pathLst>
                <a:path w="2876550" h="1543050">
                  <a:moveTo>
                    <a:pt x="0" y="1543050"/>
                  </a:moveTo>
                  <a:lnTo>
                    <a:pt x="0" y="338137"/>
                  </a:lnTo>
                  <a:lnTo>
                    <a:pt x="102" y="329836"/>
                  </a:lnTo>
                  <a:lnTo>
                    <a:pt x="3659" y="288520"/>
                  </a:lnTo>
                  <a:lnTo>
                    <a:pt x="12244" y="247954"/>
                  </a:lnTo>
                  <a:lnTo>
                    <a:pt x="25742" y="208737"/>
                  </a:lnTo>
                  <a:lnTo>
                    <a:pt x="43931" y="171467"/>
                  </a:lnTo>
                  <a:lnTo>
                    <a:pt x="66538" y="136707"/>
                  </a:lnTo>
                  <a:lnTo>
                    <a:pt x="93241" y="104978"/>
                  </a:lnTo>
                  <a:lnTo>
                    <a:pt x="123621" y="76746"/>
                  </a:lnTo>
                  <a:lnTo>
                    <a:pt x="157237" y="52455"/>
                  </a:lnTo>
                  <a:lnTo>
                    <a:pt x="193562" y="32464"/>
                  </a:lnTo>
                  <a:lnTo>
                    <a:pt x="232068" y="17072"/>
                  </a:lnTo>
                  <a:lnTo>
                    <a:pt x="272173" y="6489"/>
                  </a:lnTo>
                  <a:lnTo>
                    <a:pt x="313262" y="916"/>
                  </a:lnTo>
                  <a:lnTo>
                    <a:pt x="338137" y="0"/>
                  </a:lnTo>
                  <a:lnTo>
                    <a:pt x="2876550" y="0"/>
                  </a:lnTo>
                  <a:lnTo>
                    <a:pt x="2876550" y="1204912"/>
                  </a:lnTo>
                  <a:lnTo>
                    <a:pt x="2876447" y="1213213"/>
                  </a:lnTo>
                  <a:lnTo>
                    <a:pt x="2872890" y="1254523"/>
                  </a:lnTo>
                  <a:lnTo>
                    <a:pt x="2864305" y="1295093"/>
                  </a:lnTo>
                  <a:lnTo>
                    <a:pt x="2850807" y="1334312"/>
                  </a:lnTo>
                  <a:lnTo>
                    <a:pt x="2832618" y="1371582"/>
                  </a:lnTo>
                  <a:lnTo>
                    <a:pt x="2810002" y="1406337"/>
                  </a:lnTo>
                  <a:lnTo>
                    <a:pt x="2783308" y="1438071"/>
                  </a:lnTo>
                  <a:lnTo>
                    <a:pt x="2752928" y="1466291"/>
                  </a:lnTo>
                  <a:lnTo>
                    <a:pt x="2719312" y="1490589"/>
                  </a:lnTo>
                  <a:lnTo>
                    <a:pt x="2682987" y="1510585"/>
                  </a:lnTo>
                  <a:lnTo>
                    <a:pt x="2644481" y="1525983"/>
                  </a:lnTo>
                  <a:lnTo>
                    <a:pt x="2604376" y="1536547"/>
                  </a:lnTo>
                  <a:lnTo>
                    <a:pt x="2563287" y="1542133"/>
                  </a:lnTo>
                  <a:lnTo>
                    <a:pt x="2538412" y="1543050"/>
                  </a:lnTo>
                  <a:lnTo>
                    <a:pt x="0" y="1543050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054600" y="2068512"/>
            <a:ext cx="244475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0" b="1">
                <a:solidFill>
                  <a:srgbClr val="262424"/>
                </a:solidFill>
                <a:latin typeface="Tahoma"/>
                <a:cs typeface="Tahoma"/>
              </a:rPr>
              <a:t>Foundational</a:t>
            </a:r>
            <a:r>
              <a:rPr dirty="0" sz="1650" spc="-10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Tahoma"/>
                <a:cs typeface="Tahoma"/>
              </a:rPr>
              <a:t>Logic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Understood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basic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structure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variable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declarations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in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C 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programming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payroll.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43850" y="1904999"/>
            <a:ext cx="2886075" cy="1552575"/>
            <a:chOff x="7943850" y="1904999"/>
            <a:chExt cx="2886075" cy="1552575"/>
          </a:xfrm>
        </p:grpSpPr>
        <p:sp>
          <p:nvSpPr>
            <p:cNvPr id="9" name="object 9"/>
            <p:cNvSpPr/>
            <p:nvPr/>
          </p:nvSpPr>
          <p:spPr>
            <a:xfrm>
              <a:off x="7948612" y="1909762"/>
              <a:ext cx="2876550" cy="1543050"/>
            </a:xfrm>
            <a:custGeom>
              <a:avLst/>
              <a:gdLst/>
              <a:ahLst/>
              <a:cxnLst/>
              <a:rect l="l" t="t" r="r" b="b"/>
              <a:pathLst>
                <a:path w="2876550" h="1543050">
                  <a:moveTo>
                    <a:pt x="2876550" y="0"/>
                  </a:moveTo>
                  <a:lnTo>
                    <a:pt x="338137" y="0"/>
                  </a:lnTo>
                  <a:lnTo>
                    <a:pt x="329836" y="102"/>
                  </a:lnTo>
                  <a:lnTo>
                    <a:pt x="288523" y="3657"/>
                  </a:lnTo>
                  <a:lnTo>
                    <a:pt x="247949" y="12249"/>
                  </a:lnTo>
                  <a:lnTo>
                    <a:pt x="208737" y="25742"/>
                  </a:lnTo>
                  <a:lnTo>
                    <a:pt x="171467" y="43929"/>
                  </a:lnTo>
                  <a:lnTo>
                    <a:pt x="136707" y="66541"/>
                  </a:lnTo>
                  <a:lnTo>
                    <a:pt x="104978" y="93241"/>
                  </a:lnTo>
                  <a:lnTo>
                    <a:pt x="76758" y="123621"/>
                  </a:lnTo>
                  <a:lnTo>
                    <a:pt x="52460" y="157237"/>
                  </a:lnTo>
                  <a:lnTo>
                    <a:pt x="32464" y="193567"/>
                  </a:lnTo>
                  <a:lnTo>
                    <a:pt x="17066" y="232066"/>
                  </a:lnTo>
                  <a:lnTo>
                    <a:pt x="6489" y="272173"/>
                  </a:lnTo>
                  <a:lnTo>
                    <a:pt x="916" y="313262"/>
                  </a:lnTo>
                  <a:lnTo>
                    <a:pt x="0" y="338137"/>
                  </a:lnTo>
                  <a:lnTo>
                    <a:pt x="0" y="1543050"/>
                  </a:lnTo>
                  <a:lnTo>
                    <a:pt x="2538412" y="1543050"/>
                  </a:lnTo>
                  <a:lnTo>
                    <a:pt x="2546713" y="1542947"/>
                  </a:lnTo>
                  <a:lnTo>
                    <a:pt x="2588025" y="1539386"/>
                  </a:lnTo>
                  <a:lnTo>
                    <a:pt x="2628595" y="1530805"/>
                  </a:lnTo>
                  <a:lnTo>
                    <a:pt x="2667812" y="1517307"/>
                  </a:lnTo>
                  <a:lnTo>
                    <a:pt x="2705082" y="1499118"/>
                  </a:lnTo>
                  <a:lnTo>
                    <a:pt x="2739842" y="1476502"/>
                  </a:lnTo>
                  <a:lnTo>
                    <a:pt x="2771571" y="1449808"/>
                  </a:lnTo>
                  <a:lnTo>
                    <a:pt x="2799791" y="1419428"/>
                  </a:lnTo>
                  <a:lnTo>
                    <a:pt x="2824089" y="1385812"/>
                  </a:lnTo>
                  <a:lnTo>
                    <a:pt x="2844080" y="1349487"/>
                  </a:lnTo>
                  <a:lnTo>
                    <a:pt x="2859483" y="1310981"/>
                  </a:lnTo>
                  <a:lnTo>
                    <a:pt x="2870047" y="1270876"/>
                  </a:lnTo>
                  <a:lnTo>
                    <a:pt x="2875633" y="1229781"/>
                  </a:lnTo>
                  <a:lnTo>
                    <a:pt x="2876550" y="1204912"/>
                  </a:lnTo>
                  <a:lnTo>
                    <a:pt x="2876550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948612" y="1909762"/>
              <a:ext cx="2876550" cy="1543050"/>
            </a:xfrm>
            <a:custGeom>
              <a:avLst/>
              <a:gdLst/>
              <a:ahLst/>
              <a:cxnLst/>
              <a:rect l="l" t="t" r="r" b="b"/>
              <a:pathLst>
                <a:path w="2876550" h="1543050">
                  <a:moveTo>
                    <a:pt x="0" y="1543050"/>
                  </a:moveTo>
                  <a:lnTo>
                    <a:pt x="0" y="338137"/>
                  </a:lnTo>
                  <a:lnTo>
                    <a:pt x="102" y="329836"/>
                  </a:lnTo>
                  <a:lnTo>
                    <a:pt x="3657" y="288520"/>
                  </a:lnTo>
                  <a:lnTo>
                    <a:pt x="12243" y="247954"/>
                  </a:lnTo>
                  <a:lnTo>
                    <a:pt x="25742" y="208737"/>
                  </a:lnTo>
                  <a:lnTo>
                    <a:pt x="43931" y="171467"/>
                  </a:lnTo>
                  <a:lnTo>
                    <a:pt x="66538" y="136707"/>
                  </a:lnTo>
                  <a:lnTo>
                    <a:pt x="93241" y="104978"/>
                  </a:lnTo>
                  <a:lnTo>
                    <a:pt x="123621" y="76746"/>
                  </a:lnTo>
                  <a:lnTo>
                    <a:pt x="157237" y="52455"/>
                  </a:lnTo>
                  <a:lnTo>
                    <a:pt x="193562" y="32464"/>
                  </a:lnTo>
                  <a:lnTo>
                    <a:pt x="232068" y="17072"/>
                  </a:lnTo>
                  <a:lnTo>
                    <a:pt x="272161" y="6489"/>
                  </a:lnTo>
                  <a:lnTo>
                    <a:pt x="313262" y="916"/>
                  </a:lnTo>
                  <a:lnTo>
                    <a:pt x="338137" y="0"/>
                  </a:lnTo>
                  <a:lnTo>
                    <a:pt x="2876550" y="0"/>
                  </a:lnTo>
                  <a:lnTo>
                    <a:pt x="2876550" y="1204912"/>
                  </a:lnTo>
                  <a:lnTo>
                    <a:pt x="2876447" y="1213213"/>
                  </a:lnTo>
                  <a:lnTo>
                    <a:pt x="2872890" y="1254523"/>
                  </a:lnTo>
                  <a:lnTo>
                    <a:pt x="2864305" y="1295093"/>
                  </a:lnTo>
                  <a:lnTo>
                    <a:pt x="2850807" y="1334312"/>
                  </a:lnTo>
                  <a:lnTo>
                    <a:pt x="2832618" y="1371582"/>
                  </a:lnTo>
                  <a:lnTo>
                    <a:pt x="2810006" y="1406337"/>
                  </a:lnTo>
                  <a:lnTo>
                    <a:pt x="2783308" y="1438071"/>
                  </a:lnTo>
                  <a:lnTo>
                    <a:pt x="2752928" y="1466291"/>
                  </a:lnTo>
                  <a:lnTo>
                    <a:pt x="2719312" y="1490589"/>
                  </a:lnTo>
                  <a:lnTo>
                    <a:pt x="2682987" y="1510585"/>
                  </a:lnTo>
                  <a:lnTo>
                    <a:pt x="2644481" y="1525983"/>
                  </a:lnTo>
                  <a:lnTo>
                    <a:pt x="2604376" y="1536547"/>
                  </a:lnTo>
                  <a:lnTo>
                    <a:pt x="2563287" y="1542133"/>
                  </a:lnTo>
                  <a:lnTo>
                    <a:pt x="2538412" y="1543050"/>
                  </a:lnTo>
                  <a:lnTo>
                    <a:pt x="0" y="1543050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112125" y="2068512"/>
            <a:ext cx="220726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5" b="1">
                <a:solidFill>
                  <a:srgbClr val="262424"/>
                </a:solidFill>
                <a:latin typeface="Tahoma"/>
                <a:cs typeface="Tahoma"/>
              </a:rPr>
              <a:t>Practical</a:t>
            </a:r>
            <a:r>
              <a:rPr dirty="0" sz="1650" spc="-12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Tahoma"/>
                <a:cs typeface="Tahoma"/>
              </a:rPr>
              <a:t>Application</a:t>
            </a:r>
            <a:endParaRPr sz="1650">
              <a:latin typeface="Tahoma"/>
              <a:cs typeface="Tahoma"/>
            </a:endParaRPr>
          </a:p>
          <a:p>
            <a:pPr algn="just"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Learned</a:t>
            </a:r>
            <a:r>
              <a:rPr dirty="0" sz="13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9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dirty="0" sz="1350" spc="7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implement</a:t>
            </a:r>
            <a:r>
              <a:rPr dirty="0" sz="1350" spc="4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input,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calculation,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14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output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a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simple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payroll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system.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86325" y="3629025"/>
            <a:ext cx="5943600" cy="1276350"/>
            <a:chOff x="4886325" y="3629025"/>
            <a:chExt cx="5943600" cy="1276350"/>
          </a:xfrm>
        </p:grpSpPr>
        <p:sp>
          <p:nvSpPr>
            <p:cNvPr id="13" name="object 13"/>
            <p:cNvSpPr/>
            <p:nvPr/>
          </p:nvSpPr>
          <p:spPr>
            <a:xfrm>
              <a:off x="4891087" y="3633787"/>
              <a:ext cx="5934075" cy="1266825"/>
            </a:xfrm>
            <a:custGeom>
              <a:avLst/>
              <a:gdLst/>
              <a:ahLst/>
              <a:cxnLst/>
              <a:rect l="l" t="t" r="r" b="b"/>
              <a:pathLst>
                <a:path w="5934075" h="1266825">
                  <a:moveTo>
                    <a:pt x="5934075" y="0"/>
                  </a:moveTo>
                  <a:lnTo>
                    <a:pt x="338137" y="0"/>
                  </a:lnTo>
                  <a:lnTo>
                    <a:pt x="329836" y="102"/>
                  </a:lnTo>
                  <a:lnTo>
                    <a:pt x="288524" y="3657"/>
                  </a:lnTo>
                  <a:lnTo>
                    <a:pt x="247949" y="12249"/>
                  </a:lnTo>
                  <a:lnTo>
                    <a:pt x="208737" y="25742"/>
                  </a:lnTo>
                  <a:lnTo>
                    <a:pt x="171467" y="43929"/>
                  </a:lnTo>
                  <a:lnTo>
                    <a:pt x="136707" y="66541"/>
                  </a:lnTo>
                  <a:lnTo>
                    <a:pt x="104978" y="93241"/>
                  </a:lnTo>
                  <a:lnTo>
                    <a:pt x="76758" y="123621"/>
                  </a:lnTo>
                  <a:lnTo>
                    <a:pt x="52460" y="157237"/>
                  </a:lnTo>
                  <a:lnTo>
                    <a:pt x="32469" y="193567"/>
                  </a:lnTo>
                  <a:lnTo>
                    <a:pt x="17066" y="232066"/>
                  </a:lnTo>
                  <a:lnTo>
                    <a:pt x="6502" y="272173"/>
                  </a:lnTo>
                  <a:lnTo>
                    <a:pt x="916" y="313262"/>
                  </a:lnTo>
                  <a:lnTo>
                    <a:pt x="0" y="338137"/>
                  </a:lnTo>
                  <a:lnTo>
                    <a:pt x="0" y="1266825"/>
                  </a:lnTo>
                  <a:lnTo>
                    <a:pt x="5595937" y="1266825"/>
                  </a:lnTo>
                  <a:lnTo>
                    <a:pt x="5604238" y="1266722"/>
                  </a:lnTo>
                  <a:lnTo>
                    <a:pt x="5645550" y="1263161"/>
                  </a:lnTo>
                  <a:lnTo>
                    <a:pt x="5686120" y="1254580"/>
                  </a:lnTo>
                  <a:lnTo>
                    <a:pt x="5725337" y="1241082"/>
                  </a:lnTo>
                  <a:lnTo>
                    <a:pt x="5762607" y="1222893"/>
                  </a:lnTo>
                  <a:lnTo>
                    <a:pt x="5797367" y="1200277"/>
                  </a:lnTo>
                  <a:lnTo>
                    <a:pt x="5829096" y="1173583"/>
                  </a:lnTo>
                  <a:lnTo>
                    <a:pt x="5857316" y="1143203"/>
                  </a:lnTo>
                  <a:lnTo>
                    <a:pt x="5881614" y="1109587"/>
                  </a:lnTo>
                  <a:lnTo>
                    <a:pt x="5901605" y="1073262"/>
                  </a:lnTo>
                  <a:lnTo>
                    <a:pt x="5917008" y="1034756"/>
                  </a:lnTo>
                  <a:lnTo>
                    <a:pt x="5927572" y="994651"/>
                  </a:lnTo>
                  <a:lnTo>
                    <a:pt x="5933158" y="953556"/>
                  </a:lnTo>
                  <a:lnTo>
                    <a:pt x="5934075" y="928687"/>
                  </a:lnTo>
                  <a:lnTo>
                    <a:pt x="5934075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891087" y="3633787"/>
              <a:ext cx="5934075" cy="1266825"/>
            </a:xfrm>
            <a:custGeom>
              <a:avLst/>
              <a:gdLst/>
              <a:ahLst/>
              <a:cxnLst/>
              <a:rect l="l" t="t" r="r" b="b"/>
              <a:pathLst>
                <a:path w="5934075" h="1266825">
                  <a:moveTo>
                    <a:pt x="0" y="1266825"/>
                  </a:moveTo>
                  <a:lnTo>
                    <a:pt x="0" y="338137"/>
                  </a:lnTo>
                  <a:lnTo>
                    <a:pt x="102" y="329836"/>
                  </a:lnTo>
                  <a:lnTo>
                    <a:pt x="3659" y="288520"/>
                  </a:lnTo>
                  <a:lnTo>
                    <a:pt x="12244" y="247954"/>
                  </a:lnTo>
                  <a:lnTo>
                    <a:pt x="25742" y="208737"/>
                  </a:lnTo>
                  <a:lnTo>
                    <a:pt x="43931" y="171467"/>
                  </a:lnTo>
                  <a:lnTo>
                    <a:pt x="66538" y="136707"/>
                  </a:lnTo>
                  <a:lnTo>
                    <a:pt x="93241" y="104978"/>
                  </a:lnTo>
                  <a:lnTo>
                    <a:pt x="123621" y="76746"/>
                  </a:lnTo>
                  <a:lnTo>
                    <a:pt x="157237" y="52455"/>
                  </a:lnTo>
                  <a:lnTo>
                    <a:pt x="193562" y="32464"/>
                  </a:lnTo>
                  <a:lnTo>
                    <a:pt x="232068" y="17072"/>
                  </a:lnTo>
                  <a:lnTo>
                    <a:pt x="272173" y="6489"/>
                  </a:lnTo>
                  <a:lnTo>
                    <a:pt x="313262" y="916"/>
                  </a:lnTo>
                  <a:lnTo>
                    <a:pt x="338137" y="0"/>
                  </a:lnTo>
                  <a:lnTo>
                    <a:pt x="5934075" y="0"/>
                  </a:lnTo>
                  <a:lnTo>
                    <a:pt x="5934075" y="928687"/>
                  </a:lnTo>
                  <a:lnTo>
                    <a:pt x="5933972" y="936988"/>
                  </a:lnTo>
                  <a:lnTo>
                    <a:pt x="5930415" y="978298"/>
                  </a:lnTo>
                  <a:lnTo>
                    <a:pt x="5921830" y="1018868"/>
                  </a:lnTo>
                  <a:lnTo>
                    <a:pt x="5908332" y="1058087"/>
                  </a:lnTo>
                  <a:lnTo>
                    <a:pt x="5890143" y="1095357"/>
                  </a:lnTo>
                  <a:lnTo>
                    <a:pt x="5867531" y="1130112"/>
                  </a:lnTo>
                  <a:lnTo>
                    <a:pt x="5840833" y="1161846"/>
                  </a:lnTo>
                  <a:lnTo>
                    <a:pt x="5810453" y="1190066"/>
                  </a:lnTo>
                  <a:lnTo>
                    <a:pt x="5776837" y="1214364"/>
                  </a:lnTo>
                  <a:lnTo>
                    <a:pt x="5740512" y="1234360"/>
                  </a:lnTo>
                  <a:lnTo>
                    <a:pt x="5702006" y="1249758"/>
                  </a:lnTo>
                  <a:lnTo>
                    <a:pt x="5661901" y="1260322"/>
                  </a:lnTo>
                  <a:lnTo>
                    <a:pt x="5620812" y="1265908"/>
                  </a:lnTo>
                  <a:lnTo>
                    <a:pt x="5595937" y="1266825"/>
                  </a:lnTo>
                  <a:lnTo>
                    <a:pt x="0" y="1266825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873625" y="3792537"/>
            <a:ext cx="5911215" cy="1826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93040">
              <a:lnSpc>
                <a:spcPct val="100000"/>
              </a:lnSpc>
              <a:spcBef>
                <a:spcPts val="135"/>
              </a:spcBef>
            </a:pPr>
            <a:r>
              <a:rPr dirty="0" sz="1650" spc="-75" b="1">
                <a:solidFill>
                  <a:srgbClr val="262424"/>
                </a:solidFill>
                <a:latin typeface="Tahoma"/>
                <a:cs typeface="Tahoma"/>
              </a:rPr>
              <a:t>Growth</a:t>
            </a:r>
            <a:r>
              <a:rPr dirty="0" sz="1650" spc="-14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62424"/>
                </a:solidFill>
                <a:latin typeface="Tahoma"/>
                <a:cs typeface="Tahoma"/>
              </a:rPr>
              <a:t>Potential</a:t>
            </a:r>
            <a:endParaRPr sz="1650">
              <a:latin typeface="Tahoma"/>
              <a:cs typeface="Tahoma"/>
            </a:endParaRPr>
          </a:p>
          <a:p>
            <a:pPr marL="193675" marR="961390">
              <a:lnSpc>
                <a:spcPct val="134300"/>
              </a:lnSpc>
              <a:spcBef>
                <a:spcPts val="540"/>
              </a:spcBef>
            </a:pP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Identified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areas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expansion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improvement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in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payroll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application.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3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</a:pP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This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foundational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knowledge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in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programming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payroll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opens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doors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to 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more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complex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robust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financial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applications.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Keep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exploring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coding!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6" name="object 16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2026-05-22T06:01:20Z</dcterms:created>
  <dcterms:modified xsi:type="dcterms:W3CDTF">2026-05-22T06:01:20Z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2025-12-13T00:00:00Z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2026-05-22T00:00:00Z</vt:filetime>
  </property>
  <property fmtid="{D5CDD505-2E9C-101B-9397-08002B2CF9AE}" pid="6" name="Producer">
    <vt:lpwstr>GPL Ghostscript 9.56.1</vt:lpwstr>
  </property>
</Properties>
</file>